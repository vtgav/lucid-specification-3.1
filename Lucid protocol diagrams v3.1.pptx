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2.xml" ContentType="application/vnd.openxmlformats-officedocument.theme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theme/theme3.xml" ContentType="application/vnd.openxmlformats-officedocument.theme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theme/theme4.xml" ContentType="application/vnd.openxmlformats-officedocument.theme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theme/theme5.xml" ContentType="application/vnd.openxmlformats-officedocument.theme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theme/theme6.xml" ContentType="application/vnd.openxmlformats-officedocument.theme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2" r:id="rId4"/>
    <p:sldMasterId id="2147483844" r:id="rId5"/>
    <p:sldMasterId id="2147483886" r:id="rId6"/>
    <p:sldMasterId id="2147483928" r:id="rId7"/>
    <p:sldMasterId id="2147483970" r:id="rId8"/>
    <p:sldMasterId id="2147484012" r:id="rId9"/>
    <p:sldMasterId id="2147484054" r:id="rId10"/>
  </p:sldMasterIdLst>
  <p:notesMasterIdLst>
    <p:notesMasterId r:id="rId12"/>
  </p:notesMasterIdLst>
  <p:sldIdLst>
    <p:sldId id="141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9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4042"/>
    <a:srgbClr val="F1F2F2"/>
    <a:srgbClr val="B2B8B8"/>
    <a:srgbClr val="1FC8FC"/>
    <a:srgbClr val="00B050"/>
    <a:srgbClr val="FFFFFF"/>
    <a:srgbClr val="959595"/>
    <a:srgbClr val="C4C4C4"/>
    <a:srgbClr val="D8DBDB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E42AAC-E92F-40E0-B333-778B129EBB7A}" v="3" dt="2025-12-16T10:23:10.6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6350" cmpd="sng">
              <a:solidFill>
                <a:srgbClr val="D1DADB"/>
              </a:solidFill>
            </a:ln>
          </a:left>
          <a:right>
            <a:ln w="6350" cmpd="sng">
              <a:solidFill>
                <a:srgbClr val="D1DADB"/>
              </a:solidFill>
            </a:ln>
          </a:right>
          <a:top>
            <a:ln w="6350" cmpd="sng">
              <a:solidFill>
                <a:srgbClr val="D1DADB"/>
              </a:solidFill>
            </a:ln>
          </a:top>
          <a:bottom>
            <a:ln w="6350" cmpd="sng">
              <a:solidFill>
                <a:srgbClr val="D1DADB"/>
              </a:solidFill>
            </a:ln>
          </a:bottom>
          <a:insideH>
            <a:ln w="6350" cmpd="sng">
              <a:solidFill>
                <a:srgbClr val="D1DADB"/>
              </a:solidFill>
            </a:ln>
          </a:insideH>
          <a:insideV>
            <a:ln w="6350" cmpd="sng">
              <a:solidFill>
                <a:srgbClr val="D1DADB"/>
              </a:solidFill>
              <a:prstDash val="dash"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/>
        <a:fill>
          <a:solidFill>
            <a:schemeClr val="lt2"/>
          </a:solidFill>
        </a:fill>
      </a:tcStyle>
    </a:band2H>
    <a:band1V>
      <a:tcStyle>
        <a:tcBdr/>
        <a:fill>
          <a:noFill/>
        </a:fill>
      </a:tcStyle>
    </a:band1V>
    <a:band2V>
      <a:tcStyle>
        <a:tcBdr/>
        <a:fill>
          <a:noFill/>
        </a:fill>
      </a:tcStyle>
    </a:band2V>
    <a:lastCol>
      <a:tcTxStyle>
        <a:fontRef idx="major">
          <a:prstClr val="black"/>
        </a:fontRef>
        <a:schemeClr val="dk1"/>
      </a:tcTxStyle>
      <a:tcStyle>
        <a:tcBdr/>
        <a:fill>
          <a:solidFill>
            <a:schemeClr val="lt2"/>
          </a:solidFill>
        </a:fill>
      </a:tcStyle>
    </a:lastCol>
    <a:firstCol>
      <a:tcTxStyle>
        <a:fontRef idx="major">
          <a:prstClr val="black"/>
        </a:fontRef>
        <a:schemeClr val="dk1"/>
      </a:tcTxStyle>
      <a:tcStyle>
        <a:tcBdr/>
        <a:fill>
          <a:solidFill>
            <a:schemeClr val="lt2"/>
          </a:solidFill>
        </a:fill>
      </a:tcStyle>
    </a:firstCol>
    <a:lastRow>
      <a:tcTxStyle>
        <a:fontRef idx="major">
          <a:prstClr val="black"/>
        </a:fontRef>
        <a:schemeClr val="dk1"/>
      </a:tcTxStyle>
      <a:tcStyle>
        <a:tcBdr>
          <a:top>
            <a:ln w="12700" cmpd="sng">
              <a:solidFill>
                <a:schemeClr val="dk1"/>
              </a:solidFill>
            </a:ln>
          </a:top>
        </a:tcBdr>
        <a:fill>
          <a:solidFill>
            <a:schemeClr val="lt2"/>
          </a:solidFill>
        </a:fill>
      </a:tcStyle>
    </a:lastRow>
    <a:firstRow>
      <a:tcTxStyle>
        <a:fontRef idx="major">
          <a:prstClr val="black"/>
        </a:fontRef>
        <a:srgbClr val="FFFFFF"/>
      </a:tcTxStyle>
      <a:tcStyle>
        <a:tcBdr>
          <a:left>
            <a:ln w="6350" cmpd="sng">
              <a:solidFill>
                <a:schemeClr val="accent1"/>
              </a:solidFill>
            </a:ln>
          </a:left>
          <a:right>
            <a:ln w="6350" cmpd="sng">
              <a:solidFill>
                <a:schemeClr val="accent1"/>
              </a:solidFill>
            </a:ln>
          </a:right>
          <a:top>
            <a:ln w="6350" cmpd="sng">
              <a:solidFill>
                <a:schemeClr val="accent1"/>
              </a:solidFill>
            </a:ln>
          </a:top>
          <a:bottom>
            <a:ln w="6350" cmpd="sng">
              <a:solidFill>
                <a:schemeClr val="accen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6350" cmpd="sng">
              <a:solidFill>
                <a:srgbClr val="D1DADB"/>
              </a:solidFill>
            </a:ln>
          </a:left>
          <a:right>
            <a:ln w="6350" cmpd="sng">
              <a:solidFill>
                <a:srgbClr val="D1DADB"/>
              </a:solidFill>
            </a:ln>
          </a:right>
          <a:top>
            <a:ln w="6350" cmpd="sng">
              <a:solidFill>
                <a:srgbClr val="D1DADB"/>
              </a:solidFill>
            </a:ln>
          </a:top>
          <a:bottom>
            <a:ln w="6350" cmpd="sng">
              <a:solidFill>
                <a:srgbClr val="D1DADB"/>
              </a:solidFill>
            </a:ln>
          </a:bottom>
          <a:insideH>
            <a:ln w="6350" cmpd="sng">
              <a:solidFill>
                <a:srgbClr val="D1DADB"/>
              </a:solidFill>
            </a:ln>
          </a:insideH>
          <a:insideV>
            <a:ln w="6350" cmpd="sng">
              <a:solidFill>
                <a:srgbClr val="D1DADB"/>
              </a:solidFill>
              <a:prstDash val="dash"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/>
        <a:fill>
          <a:solidFill>
            <a:schemeClr val="lt2"/>
          </a:solidFill>
        </a:fill>
      </a:tcStyle>
    </a:band2H>
    <a:band1V>
      <a:tcStyle>
        <a:tcBdr/>
        <a:fill>
          <a:noFill/>
        </a:fill>
      </a:tcStyle>
    </a:band1V>
    <a:band2V>
      <a:tcStyle>
        <a:tcBdr/>
        <a:fill>
          <a:noFill/>
        </a:fill>
      </a:tcStyle>
    </a:band2V>
    <a:lastCol>
      <a:tcTxStyle>
        <a:fontRef idx="major">
          <a:prstClr val="black"/>
        </a:fontRef>
        <a:schemeClr val="dk1"/>
      </a:tcTxStyle>
      <a:tcStyle>
        <a:tcBdr/>
        <a:fill>
          <a:solidFill>
            <a:schemeClr val="lt2"/>
          </a:solidFill>
        </a:fill>
      </a:tcStyle>
    </a:lastCol>
    <a:firstCol>
      <a:tcTxStyle>
        <a:fontRef idx="major">
          <a:prstClr val="black"/>
        </a:fontRef>
        <a:schemeClr val="dk1"/>
      </a:tcTxStyle>
      <a:tcStyle>
        <a:tcBdr/>
        <a:fill>
          <a:solidFill>
            <a:schemeClr val="lt2"/>
          </a:solidFill>
        </a:fill>
      </a:tcStyle>
    </a:firstCol>
    <a:lastRow>
      <a:tcTxStyle>
        <a:fontRef idx="major">
          <a:prstClr val="black"/>
        </a:fontRef>
        <a:schemeClr val="dk1"/>
      </a:tcTxStyle>
      <a:tcStyle>
        <a:tcBdr>
          <a:top>
            <a:ln w="12700" cmpd="sng">
              <a:solidFill>
                <a:schemeClr val="dk1"/>
              </a:solidFill>
            </a:ln>
          </a:top>
        </a:tcBdr>
        <a:fill>
          <a:solidFill>
            <a:schemeClr val="lt2"/>
          </a:solidFill>
        </a:fill>
      </a:tcStyle>
    </a:lastRow>
    <a:firstRow>
      <a:tcTxStyle>
        <a:fontRef idx="major">
          <a:prstClr val="black"/>
        </a:fontRef>
        <a:srgbClr val="FFFFFF"/>
      </a:tcTxStyle>
      <a:tcStyle>
        <a:tcBdr>
          <a:left>
            <a:ln w="6350" cmpd="sng">
              <a:solidFill>
                <a:schemeClr val="dk1"/>
              </a:solidFill>
            </a:ln>
          </a:left>
          <a:right>
            <a:ln w="6350" cmpd="sng">
              <a:solidFill>
                <a:schemeClr val="dk1"/>
              </a:solidFill>
            </a:ln>
          </a:right>
          <a:top>
            <a:ln w="6350" cmpd="sng">
              <a:solidFill>
                <a:schemeClr val="dk1"/>
              </a:solidFill>
            </a:ln>
          </a:top>
          <a:bottom>
            <a:ln w="635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6350" cmpd="sng">
              <a:solidFill>
                <a:srgbClr val="D1DADB"/>
              </a:solidFill>
            </a:ln>
          </a:left>
          <a:right>
            <a:ln w="6350" cmpd="sng">
              <a:solidFill>
                <a:srgbClr val="D1DADB"/>
              </a:solidFill>
            </a:ln>
          </a:right>
          <a:top>
            <a:ln w="6350" cmpd="sng">
              <a:solidFill>
                <a:srgbClr val="D1DADB"/>
              </a:solidFill>
            </a:ln>
          </a:top>
          <a:bottom>
            <a:ln w="6350" cmpd="sng">
              <a:solidFill>
                <a:srgbClr val="D1DADB"/>
              </a:solidFill>
            </a:ln>
          </a:bottom>
          <a:insideH>
            <a:ln w="6350" cmpd="sng">
              <a:solidFill>
                <a:srgbClr val="D1DADB"/>
              </a:solidFill>
            </a:ln>
          </a:insideH>
          <a:insideV>
            <a:ln w="6350" cmpd="sng">
              <a:solidFill>
                <a:srgbClr val="D1DADB"/>
              </a:solidFill>
              <a:prstDash val="dash"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/>
        <a:fill>
          <a:solidFill>
            <a:schemeClr val="lt2"/>
          </a:solidFill>
        </a:fill>
      </a:tcStyle>
    </a:band2H>
    <a:band1V>
      <a:tcStyle>
        <a:tcBdr/>
        <a:fill>
          <a:noFill/>
        </a:fill>
      </a:tcStyle>
    </a:band1V>
    <a:band2V>
      <a:tcStyle>
        <a:tcBdr/>
        <a:fill>
          <a:noFill/>
        </a:fill>
      </a:tcStyle>
    </a:band2V>
    <a:lastCol>
      <a:tcTxStyle>
        <a:fontRef idx="major">
          <a:prstClr val="black"/>
        </a:fontRef>
        <a:schemeClr val="dk1"/>
      </a:tcTxStyle>
      <a:tcStyle>
        <a:tcBdr/>
        <a:fill>
          <a:solidFill>
            <a:schemeClr val="lt2"/>
          </a:solidFill>
        </a:fill>
      </a:tcStyle>
    </a:lastCol>
    <a:firstCol>
      <a:tcTxStyle>
        <a:fontRef idx="major">
          <a:prstClr val="black"/>
        </a:fontRef>
        <a:schemeClr val="dk1"/>
      </a:tcTxStyle>
      <a:tcStyle>
        <a:tcBdr/>
        <a:fill>
          <a:solidFill>
            <a:schemeClr val="lt2"/>
          </a:solidFill>
        </a:fill>
      </a:tcStyle>
    </a:firstCol>
    <a:lastRow>
      <a:tcTxStyle>
        <a:fontRef idx="major">
          <a:prstClr val="black"/>
        </a:fontRef>
        <a:schemeClr val="dk1"/>
      </a:tcTxStyle>
      <a:tcStyle>
        <a:tcBdr>
          <a:top>
            <a:ln w="12700" cmpd="sng">
              <a:solidFill>
                <a:schemeClr val="dk1"/>
              </a:solidFill>
            </a:ln>
          </a:top>
        </a:tcBdr>
        <a:fill>
          <a:solidFill>
            <a:schemeClr val="lt2"/>
          </a:solidFill>
        </a:fill>
      </a:tcStyle>
    </a:lastRow>
    <a:firstRow>
      <a:tcTxStyle>
        <a:fontRef idx="major">
          <a:prstClr val="black"/>
        </a:fontRef>
        <a:srgbClr val="FFFFFF"/>
      </a:tcTxStyle>
      <a:tcStyle>
        <a:tcBdr>
          <a:left>
            <a:ln w="6350" cmpd="sng">
              <a:solidFill>
                <a:schemeClr val="accent2"/>
              </a:solidFill>
            </a:ln>
          </a:left>
          <a:right>
            <a:ln w="6350" cmpd="sng">
              <a:solidFill>
                <a:schemeClr val="accent2"/>
              </a:solidFill>
            </a:ln>
          </a:right>
          <a:top>
            <a:ln w="6350" cmpd="sng">
              <a:solidFill>
                <a:schemeClr val="accent2"/>
              </a:solidFill>
            </a:ln>
          </a:top>
          <a:bottom>
            <a:ln w="6350" cmpd="sng">
              <a:solidFill>
                <a:schemeClr val="accent2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6350" cmpd="sng">
              <a:solidFill>
                <a:srgbClr val="D1DADB"/>
              </a:solidFill>
            </a:ln>
          </a:left>
          <a:right>
            <a:ln w="6350" cmpd="sng">
              <a:solidFill>
                <a:srgbClr val="D1DADB"/>
              </a:solidFill>
            </a:ln>
          </a:right>
          <a:top>
            <a:ln w="6350" cmpd="sng">
              <a:solidFill>
                <a:srgbClr val="D1DADB"/>
              </a:solidFill>
            </a:ln>
          </a:top>
          <a:bottom>
            <a:ln w="6350" cmpd="sng">
              <a:solidFill>
                <a:srgbClr val="D1DADB"/>
              </a:solidFill>
            </a:ln>
          </a:bottom>
          <a:insideH>
            <a:ln w="6350" cmpd="sng">
              <a:solidFill>
                <a:srgbClr val="D1DADB"/>
              </a:solidFill>
            </a:ln>
          </a:insideH>
          <a:insideV>
            <a:ln w="6350" cmpd="sng">
              <a:solidFill>
                <a:srgbClr val="D1DADB"/>
              </a:solidFill>
              <a:prstDash val="dash"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/>
        <a:fill>
          <a:solidFill>
            <a:schemeClr val="lt2"/>
          </a:solidFill>
        </a:fill>
      </a:tcStyle>
    </a:band2H>
    <a:band1V>
      <a:tcStyle>
        <a:tcBdr/>
        <a:fill>
          <a:noFill/>
        </a:fill>
      </a:tcStyle>
    </a:band1V>
    <a:band2V>
      <a:tcStyle>
        <a:tcBdr/>
        <a:fill>
          <a:noFill/>
        </a:fill>
      </a:tcStyle>
    </a:band2V>
    <a:lastCol>
      <a:tcTxStyle>
        <a:fontRef idx="major">
          <a:prstClr val="black"/>
        </a:fontRef>
        <a:schemeClr val="dk1"/>
      </a:tcTxStyle>
      <a:tcStyle>
        <a:tcBdr/>
        <a:fill>
          <a:solidFill>
            <a:schemeClr val="lt2"/>
          </a:solidFill>
        </a:fill>
      </a:tcStyle>
    </a:lastCol>
    <a:firstCol>
      <a:tcTxStyle>
        <a:fontRef idx="major">
          <a:prstClr val="black"/>
        </a:fontRef>
        <a:schemeClr val="dk1"/>
      </a:tcTxStyle>
      <a:tcStyle>
        <a:tcBdr/>
        <a:fill>
          <a:solidFill>
            <a:schemeClr val="lt2"/>
          </a:solidFill>
        </a:fill>
      </a:tcStyle>
    </a:firstCol>
    <a:lastRow>
      <a:tcTxStyle>
        <a:fontRef idx="major">
          <a:prstClr val="black"/>
        </a:fontRef>
        <a:schemeClr val="dk1"/>
      </a:tcTxStyle>
      <a:tcStyle>
        <a:tcBdr>
          <a:top>
            <a:ln w="12700" cmpd="sng">
              <a:solidFill>
                <a:schemeClr val="dk1"/>
              </a:solidFill>
            </a:ln>
          </a:top>
        </a:tcBdr>
        <a:fill>
          <a:solidFill>
            <a:schemeClr val="lt2"/>
          </a:solidFill>
        </a:fill>
      </a:tcStyle>
    </a:lastRow>
    <a:firstRow>
      <a:tcTxStyle>
        <a:fontRef idx="major">
          <a:prstClr val="black"/>
        </a:fontRef>
        <a:srgbClr val="FFFFFF"/>
      </a:tcTxStyle>
      <a:tcStyle>
        <a:tcBdr>
          <a:left>
            <a:ln w="6350" cmpd="sng">
              <a:solidFill>
                <a:schemeClr val="accent3"/>
              </a:solidFill>
            </a:ln>
          </a:left>
          <a:right>
            <a:ln w="6350" cmpd="sng">
              <a:solidFill>
                <a:schemeClr val="accent3"/>
              </a:solidFill>
            </a:ln>
          </a:right>
          <a:top>
            <a:ln w="6350" cmpd="sng">
              <a:solidFill>
                <a:schemeClr val="accent3"/>
              </a:solidFill>
            </a:ln>
          </a:top>
          <a:bottom>
            <a:ln w="6350" cmpd="sng">
              <a:solidFill>
                <a:schemeClr val="accent3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6350" cmpd="sng">
              <a:solidFill>
                <a:srgbClr val="D1DADB"/>
              </a:solidFill>
            </a:ln>
          </a:left>
          <a:right>
            <a:ln w="6350" cmpd="sng">
              <a:solidFill>
                <a:srgbClr val="D1DADB"/>
              </a:solidFill>
            </a:ln>
          </a:right>
          <a:top>
            <a:ln w="6350" cmpd="sng">
              <a:solidFill>
                <a:srgbClr val="D1DADB"/>
              </a:solidFill>
            </a:ln>
          </a:top>
          <a:bottom>
            <a:ln w="6350" cmpd="sng">
              <a:solidFill>
                <a:srgbClr val="D1DADB"/>
              </a:solidFill>
            </a:ln>
          </a:bottom>
          <a:insideH>
            <a:ln w="6350" cmpd="sng">
              <a:solidFill>
                <a:srgbClr val="D1DADB"/>
              </a:solidFill>
            </a:ln>
          </a:insideH>
          <a:insideV>
            <a:ln w="6350" cmpd="sng">
              <a:solidFill>
                <a:srgbClr val="D1DADB"/>
              </a:solidFill>
              <a:prstDash val="dash"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/>
        <a:fill>
          <a:solidFill>
            <a:schemeClr val="lt2"/>
          </a:solidFill>
        </a:fill>
      </a:tcStyle>
    </a:band2H>
    <a:band1V>
      <a:tcStyle>
        <a:tcBdr/>
        <a:fill>
          <a:noFill/>
        </a:fill>
      </a:tcStyle>
    </a:band1V>
    <a:band2V>
      <a:tcStyle>
        <a:tcBdr/>
        <a:fill>
          <a:noFill/>
        </a:fill>
      </a:tcStyle>
    </a:band2V>
    <a:lastCol>
      <a:tcTxStyle>
        <a:fontRef idx="major">
          <a:prstClr val="black"/>
        </a:fontRef>
        <a:schemeClr val="dk1"/>
      </a:tcTxStyle>
      <a:tcStyle>
        <a:tcBdr/>
        <a:fill>
          <a:solidFill>
            <a:schemeClr val="lt2"/>
          </a:solidFill>
        </a:fill>
      </a:tcStyle>
    </a:lastCol>
    <a:firstCol>
      <a:tcTxStyle>
        <a:fontRef idx="major">
          <a:prstClr val="black"/>
        </a:fontRef>
        <a:schemeClr val="dk1"/>
      </a:tcTxStyle>
      <a:tcStyle>
        <a:tcBdr/>
        <a:fill>
          <a:solidFill>
            <a:schemeClr val="lt2"/>
          </a:solidFill>
        </a:fill>
      </a:tcStyle>
    </a:firstCol>
    <a:lastRow>
      <a:tcTxStyle>
        <a:fontRef idx="major">
          <a:prstClr val="black"/>
        </a:fontRef>
        <a:schemeClr val="dk1"/>
      </a:tcTxStyle>
      <a:tcStyle>
        <a:tcBdr>
          <a:top>
            <a:ln w="12700" cmpd="sng">
              <a:solidFill>
                <a:schemeClr val="dk1"/>
              </a:solidFill>
            </a:ln>
          </a:top>
        </a:tcBdr>
        <a:fill>
          <a:solidFill>
            <a:schemeClr val="lt2"/>
          </a:solidFill>
        </a:fill>
      </a:tcStyle>
    </a:lastRow>
    <a:firstRow>
      <a:tcTxStyle>
        <a:fontRef idx="major">
          <a:prstClr val="black"/>
        </a:fontRef>
        <a:srgbClr val="FFFFFF"/>
      </a:tcTxStyle>
      <a:tcStyle>
        <a:tcBdr>
          <a:left>
            <a:ln w="6350" cmpd="sng">
              <a:solidFill>
                <a:schemeClr val="accent4"/>
              </a:solidFill>
            </a:ln>
          </a:left>
          <a:right>
            <a:ln w="6350" cmpd="sng">
              <a:solidFill>
                <a:schemeClr val="accent4"/>
              </a:solidFill>
            </a:ln>
          </a:right>
          <a:top>
            <a:ln w="6350" cmpd="sng">
              <a:solidFill>
                <a:schemeClr val="accent4"/>
              </a:solidFill>
            </a:ln>
          </a:top>
          <a:bottom>
            <a:ln w="6350" cmpd="sng">
              <a:solidFill>
                <a:schemeClr val="accent4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6350" cmpd="sng">
              <a:solidFill>
                <a:srgbClr val="D1DADB"/>
              </a:solidFill>
            </a:ln>
          </a:left>
          <a:right>
            <a:ln w="6350" cmpd="sng">
              <a:solidFill>
                <a:srgbClr val="D1DADB"/>
              </a:solidFill>
            </a:ln>
          </a:right>
          <a:top>
            <a:ln w="6350" cmpd="sng">
              <a:solidFill>
                <a:srgbClr val="D1DADB"/>
              </a:solidFill>
            </a:ln>
          </a:top>
          <a:bottom>
            <a:ln w="6350" cmpd="sng">
              <a:solidFill>
                <a:srgbClr val="D1DADB"/>
              </a:solidFill>
            </a:ln>
          </a:bottom>
          <a:insideH>
            <a:ln w="6350" cmpd="sng">
              <a:solidFill>
                <a:srgbClr val="D1DADB"/>
              </a:solidFill>
            </a:ln>
          </a:insideH>
          <a:insideV>
            <a:ln w="6350" cmpd="sng">
              <a:solidFill>
                <a:srgbClr val="D1DADB"/>
              </a:solidFill>
              <a:prstDash val="dash"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/>
        <a:fill>
          <a:solidFill>
            <a:schemeClr val="lt2"/>
          </a:solidFill>
        </a:fill>
      </a:tcStyle>
    </a:band2H>
    <a:band1V>
      <a:tcStyle>
        <a:tcBdr/>
        <a:fill>
          <a:noFill/>
        </a:fill>
      </a:tcStyle>
    </a:band1V>
    <a:band2V>
      <a:tcStyle>
        <a:tcBdr/>
        <a:fill>
          <a:noFill/>
        </a:fill>
      </a:tcStyle>
    </a:band2V>
    <a:lastCol>
      <a:tcTxStyle>
        <a:fontRef idx="major">
          <a:prstClr val="black"/>
        </a:fontRef>
        <a:schemeClr val="dk1"/>
      </a:tcTxStyle>
      <a:tcStyle>
        <a:tcBdr/>
        <a:fill>
          <a:solidFill>
            <a:schemeClr val="lt2"/>
          </a:solidFill>
        </a:fill>
      </a:tcStyle>
    </a:lastCol>
    <a:firstCol>
      <a:tcTxStyle>
        <a:fontRef idx="major">
          <a:prstClr val="black"/>
        </a:fontRef>
        <a:schemeClr val="dk1"/>
      </a:tcTxStyle>
      <a:tcStyle>
        <a:tcBdr/>
        <a:fill>
          <a:solidFill>
            <a:schemeClr val="lt2"/>
          </a:solidFill>
        </a:fill>
      </a:tcStyle>
    </a:firstCol>
    <a:lastRow>
      <a:tcTxStyle>
        <a:fontRef idx="major">
          <a:prstClr val="black"/>
        </a:fontRef>
        <a:schemeClr val="dk1"/>
      </a:tcTxStyle>
      <a:tcStyle>
        <a:tcBdr>
          <a:top>
            <a:ln w="12700" cmpd="sng">
              <a:solidFill>
                <a:schemeClr val="dk1"/>
              </a:solidFill>
            </a:ln>
          </a:top>
        </a:tcBdr>
        <a:fill>
          <a:solidFill>
            <a:schemeClr val="lt2"/>
          </a:solidFill>
        </a:fill>
      </a:tcStyle>
    </a:lastRow>
    <a:firstRow>
      <a:tcTxStyle>
        <a:fontRef idx="major">
          <a:prstClr val="black"/>
        </a:fontRef>
        <a:srgbClr val="FFFFFF"/>
      </a:tcTxStyle>
      <a:tcStyle>
        <a:tcBdr>
          <a:left>
            <a:ln w="6350" cmpd="sng">
              <a:solidFill>
                <a:schemeClr val="accent5"/>
              </a:solidFill>
            </a:ln>
          </a:left>
          <a:right>
            <a:ln w="6350" cmpd="sng">
              <a:solidFill>
                <a:schemeClr val="accent5"/>
              </a:solidFill>
            </a:ln>
          </a:right>
          <a:top>
            <a:ln w="6350" cmpd="sng">
              <a:solidFill>
                <a:schemeClr val="accent5"/>
              </a:solidFill>
            </a:ln>
          </a:top>
          <a:bottom>
            <a:ln w="6350" cmpd="sng">
              <a:solidFill>
                <a:schemeClr val="accent5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6350" cmpd="sng">
              <a:solidFill>
                <a:srgbClr val="D1DADB"/>
              </a:solidFill>
            </a:ln>
          </a:left>
          <a:right>
            <a:ln w="6350" cmpd="sng">
              <a:solidFill>
                <a:srgbClr val="D1DADB"/>
              </a:solidFill>
            </a:ln>
          </a:right>
          <a:top>
            <a:ln w="6350" cmpd="sng">
              <a:solidFill>
                <a:srgbClr val="D1DADB"/>
              </a:solidFill>
            </a:ln>
          </a:top>
          <a:bottom>
            <a:ln w="6350" cmpd="sng">
              <a:solidFill>
                <a:srgbClr val="D1DADB"/>
              </a:solidFill>
            </a:ln>
          </a:bottom>
          <a:insideH>
            <a:ln w="6350" cmpd="sng">
              <a:solidFill>
                <a:srgbClr val="D1DADB"/>
              </a:solidFill>
            </a:ln>
          </a:insideH>
          <a:insideV>
            <a:ln w="6350" cmpd="sng">
              <a:solidFill>
                <a:srgbClr val="D1DADB"/>
              </a:solidFill>
              <a:prstDash val="dash"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/>
        <a:fill>
          <a:solidFill>
            <a:schemeClr val="lt2"/>
          </a:solidFill>
        </a:fill>
      </a:tcStyle>
    </a:band2H>
    <a:band1V>
      <a:tcStyle>
        <a:tcBdr/>
        <a:fill>
          <a:noFill/>
        </a:fill>
      </a:tcStyle>
    </a:band1V>
    <a:band2V>
      <a:tcStyle>
        <a:tcBdr/>
        <a:fill>
          <a:noFill/>
        </a:fill>
      </a:tcStyle>
    </a:band2V>
    <a:lastCol>
      <a:tcTxStyle>
        <a:fontRef idx="major">
          <a:prstClr val="black"/>
        </a:fontRef>
        <a:schemeClr val="dk1"/>
      </a:tcTxStyle>
      <a:tcStyle>
        <a:tcBdr/>
        <a:fill>
          <a:solidFill>
            <a:schemeClr val="lt2"/>
          </a:solidFill>
        </a:fill>
      </a:tcStyle>
    </a:lastCol>
    <a:firstCol>
      <a:tcTxStyle>
        <a:fontRef idx="major">
          <a:prstClr val="black"/>
        </a:fontRef>
        <a:schemeClr val="dk1"/>
      </a:tcTxStyle>
      <a:tcStyle>
        <a:tcBdr/>
        <a:fill>
          <a:solidFill>
            <a:schemeClr val="lt2"/>
          </a:solidFill>
        </a:fill>
      </a:tcStyle>
    </a:firstCol>
    <a:lastRow>
      <a:tcTxStyle>
        <a:fontRef idx="major">
          <a:prstClr val="black"/>
        </a:fontRef>
        <a:schemeClr val="dk1"/>
      </a:tcTxStyle>
      <a:tcStyle>
        <a:tcBdr>
          <a:top>
            <a:ln w="12700" cmpd="sng">
              <a:solidFill>
                <a:schemeClr val="dk1"/>
              </a:solidFill>
            </a:ln>
          </a:top>
        </a:tcBdr>
        <a:fill>
          <a:solidFill>
            <a:schemeClr val="lt2"/>
          </a:solidFill>
        </a:fill>
      </a:tcStyle>
    </a:lastRow>
    <a:firstRow>
      <a:tcTxStyle>
        <a:fontRef idx="major">
          <a:prstClr val="black"/>
        </a:fontRef>
        <a:srgbClr val="FFFFFF"/>
      </a:tcTxStyle>
      <a:tcStyle>
        <a:tcBdr>
          <a:left>
            <a:ln w="6350" cmpd="sng">
              <a:solidFill>
                <a:schemeClr val="accent6"/>
              </a:solidFill>
            </a:ln>
          </a:left>
          <a:right>
            <a:ln w="6350" cmpd="sng">
              <a:solidFill>
                <a:schemeClr val="accent6"/>
              </a:solidFill>
            </a:ln>
          </a:right>
          <a:top>
            <a:ln w="6350" cmpd="sng">
              <a:solidFill>
                <a:schemeClr val="accent6"/>
              </a:solidFill>
            </a:ln>
          </a:top>
          <a:bottom>
            <a:ln w="6350" cmpd="sng">
              <a:solidFill>
                <a:schemeClr val="accent6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93" autoAdjust="0"/>
    <p:restoredTop sz="89627" autoAdjust="0"/>
  </p:normalViewPr>
  <p:slideViewPr>
    <p:cSldViewPr snapToGrid="0">
      <p:cViewPr varScale="1">
        <p:scale>
          <a:sx n="86" d="100"/>
          <a:sy n="86" d="100"/>
        </p:scale>
        <p:origin x="252" y="90"/>
      </p:cViewPr>
      <p:guideLst>
        <p:guide orient="horz" pos="2069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Master" Target="slideMasters/slideMaster7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vin Rawson" userId="ba60858a-14ec-4bd1-8f4a-f86df89a2f1a" providerId="ADAL" clId="{7FEE9A4C-1375-48F1-A5E4-C1647BB24A90}"/>
    <pc:docChg chg="custSel delSld modSld">
      <pc:chgData name="Gavin Rawson" userId="ba60858a-14ec-4bd1-8f4a-f86df89a2f1a" providerId="ADAL" clId="{7FEE9A4C-1375-48F1-A5E4-C1647BB24A90}" dt="2025-12-16T10:23:06.388" v="6" actId="478"/>
      <pc:docMkLst>
        <pc:docMk/>
      </pc:docMkLst>
      <pc:sldChg chg="del">
        <pc:chgData name="Gavin Rawson" userId="ba60858a-14ec-4bd1-8f4a-f86df89a2f1a" providerId="ADAL" clId="{7FEE9A4C-1375-48F1-A5E4-C1647BB24A90}" dt="2025-12-16T10:22:13.296" v="0" actId="47"/>
        <pc:sldMkLst>
          <pc:docMk/>
          <pc:sldMk cId="4200037360" sldId="1279"/>
        </pc:sldMkLst>
      </pc:sldChg>
      <pc:sldChg chg="del">
        <pc:chgData name="Gavin Rawson" userId="ba60858a-14ec-4bd1-8f4a-f86df89a2f1a" providerId="ADAL" clId="{7FEE9A4C-1375-48F1-A5E4-C1647BB24A90}" dt="2025-12-16T10:22:13.296" v="0" actId="47"/>
        <pc:sldMkLst>
          <pc:docMk/>
          <pc:sldMk cId="232643080" sldId="1342"/>
        </pc:sldMkLst>
      </pc:sldChg>
      <pc:sldChg chg="del">
        <pc:chgData name="Gavin Rawson" userId="ba60858a-14ec-4bd1-8f4a-f86df89a2f1a" providerId="ADAL" clId="{7FEE9A4C-1375-48F1-A5E4-C1647BB24A90}" dt="2025-12-16T10:22:13.296" v="0" actId="47"/>
        <pc:sldMkLst>
          <pc:docMk/>
          <pc:sldMk cId="2338215783" sldId="1352"/>
        </pc:sldMkLst>
      </pc:sldChg>
      <pc:sldChg chg="del">
        <pc:chgData name="Gavin Rawson" userId="ba60858a-14ec-4bd1-8f4a-f86df89a2f1a" providerId="ADAL" clId="{7FEE9A4C-1375-48F1-A5E4-C1647BB24A90}" dt="2025-12-16T10:22:13.296" v="0" actId="47"/>
        <pc:sldMkLst>
          <pc:docMk/>
          <pc:sldMk cId="3905042384" sldId="1353"/>
        </pc:sldMkLst>
      </pc:sldChg>
      <pc:sldChg chg="del">
        <pc:chgData name="Gavin Rawson" userId="ba60858a-14ec-4bd1-8f4a-f86df89a2f1a" providerId="ADAL" clId="{7FEE9A4C-1375-48F1-A5E4-C1647BB24A90}" dt="2025-12-16T10:22:13.296" v="0" actId="47"/>
        <pc:sldMkLst>
          <pc:docMk/>
          <pc:sldMk cId="1818685402" sldId="1357"/>
        </pc:sldMkLst>
      </pc:sldChg>
      <pc:sldChg chg="del">
        <pc:chgData name="Gavin Rawson" userId="ba60858a-14ec-4bd1-8f4a-f86df89a2f1a" providerId="ADAL" clId="{7FEE9A4C-1375-48F1-A5E4-C1647BB24A90}" dt="2025-12-16T10:22:13.296" v="0" actId="47"/>
        <pc:sldMkLst>
          <pc:docMk/>
          <pc:sldMk cId="819342202" sldId="1358"/>
        </pc:sldMkLst>
      </pc:sldChg>
      <pc:sldChg chg="del">
        <pc:chgData name="Gavin Rawson" userId="ba60858a-14ec-4bd1-8f4a-f86df89a2f1a" providerId="ADAL" clId="{7FEE9A4C-1375-48F1-A5E4-C1647BB24A90}" dt="2025-12-16T10:22:13.296" v="0" actId="47"/>
        <pc:sldMkLst>
          <pc:docMk/>
          <pc:sldMk cId="3786706069" sldId="1359"/>
        </pc:sldMkLst>
      </pc:sldChg>
      <pc:sldChg chg="del">
        <pc:chgData name="Gavin Rawson" userId="ba60858a-14ec-4bd1-8f4a-f86df89a2f1a" providerId="ADAL" clId="{7FEE9A4C-1375-48F1-A5E4-C1647BB24A90}" dt="2025-12-16T10:22:13.296" v="0" actId="47"/>
        <pc:sldMkLst>
          <pc:docMk/>
          <pc:sldMk cId="2001968757" sldId="1360"/>
        </pc:sldMkLst>
      </pc:sldChg>
      <pc:sldChg chg="del">
        <pc:chgData name="Gavin Rawson" userId="ba60858a-14ec-4bd1-8f4a-f86df89a2f1a" providerId="ADAL" clId="{7FEE9A4C-1375-48F1-A5E4-C1647BB24A90}" dt="2025-12-16T10:22:13.296" v="0" actId="47"/>
        <pc:sldMkLst>
          <pc:docMk/>
          <pc:sldMk cId="2497057797" sldId="1387"/>
        </pc:sldMkLst>
      </pc:sldChg>
      <pc:sldChg chg="del">
        <pc:chgData name="Gavin Rawson" userId="ba60858a-14ec-4bd1-8f4a-f86df89a2f1a" providerId="ADAL" clId="{7FEE9A4C-1375-48F1-A5E4-C1647BB24A90}" dt="2025-12-16T10:22:13.296" v="0" actId="47"/>
        <pc:sldMkLst>
          <pc:docMk/>
          <pc:sldMk cId="1295662649" sldId="1388"/>
        </pc:sldMkLst>
      </pc:sldChg>
      <pc:sldChg chg="del">
        <pc:chgData name="Gavin Rawson" userId="ba60858a-14ec-4bd1-8f4a-f86df89a2f1a" providerId="ADAL" clId="{7FEE9A4C-1375-48F1-A5E4-C1647BB24A90}" dt="2025-12-16T10:22:13.296" v="0" actId="47"/>
        <pc:sldMkLst>
          <pc:docMk/>
          <pc:sldMk cId="3190549848" sldId="1389"/>
        </pc:sldMkLst>
      </pc:sldChg>
      <pc:sldChg chg="del">
        <pc:chgData name="Gavin Rawson" userId="ba60858a-14ec-4bd1-8f4a-f86df89a2f1a" providerId="ADAL" clId="{7FEE9A4C-1375-48F1-A5E4-C1647BB24A90}" dt="2025-12-16T10:22:18.735" v="1" actId="47"/>
        <pc:sldMkLst>
          <pc:docMk/>
          <pc:sldMk cId="2373254797" sldId="1391"/>
        </pc:sldMkLst>
      </pc:sldChg>
      <pc:sldChg chg="del">
        <pc:chgData name="Gavin Rawson" userId="ba60858a-14ec-4bd1-8f4a-f86df89a2f1a" providerId="ADAL" clId="{7FEE9A4C-1375-48F1-A5E4-C1647BB24A90}" dt="2025-12-16T10:22:13.296" v="0" actId="47"/>
        <pc:sldMkLst>
          <pc:docMk/>
          <pc:sldMk cId="2396012856" sldId="1396"/>
        </pc:sldMkLst>
      </pc:sldChg>
      <pc:sldChg chg="del">
        <pc:chgData name="Gavin Rawson" userId="ba60858a-14ec-4bd1-8f4a-f86df89a2f1a" providerId="ADAL" clId="{7FEE9A4C-1375-48F1-A5E4-C1647BB24A90}" dt="2025-12-16T10:22:18.735" v="1" actId="47"/>
        <pc:sldMkLst>
          <pc:docMk/>
          <pc:sldMk cId="3811167448" sldId="1402"/>
        </pc:sldMkLst>
      </pc:sldChg>
      <pc:sldChg chg="del">
        <pc:chgData name="Gavin Rawson" userId="ba60858a-14ec-4bd1-8f4a-f86df89a2f1a" providerId="ADAL" clId="{7FEE9A4C-1375-48F1-A5E4-C1647BB24A90}" dt="2025-12-16T10:22:18.735" v="1" actId="47"/>
        <pc:sldMkLst>
          <pc:docMk/>
          <pc:sldMk cId="2622880803" sldId="1403"/>
        </pc:sldMkLst>
      </pc:sldChg>
      <pc:sldChg chg="del">
        <pc:chgData name="Gavin Rawson" userId="ba60858a-14ec-4bd1-8f4a-f86df89a2f1a" providerId="ADAL" clId="{7FEE9A4C-1375-48F1-A5E4-C1647BB24A90}" dt="2025-12-16T10:22:18.735" v="1" actId="47"/>
        <pc:sldMkLst>
          <pc:docMk/>
          <pc:sldMk cId="708695959" sldId="1404"/>
        </pc:sldMkLst>
      </pc:sldChg>
      <pc:sldChg chg="del">
        <pc:chgData name="Gavin Rawson" userId="ba60858a-14ec-4bd1-8f4a-f86df89a2f1a" providerId="ADAL" clId="{7FEE9A4C-1375-48F1-A5E4-C1647BB24A90}" dt="2025-12-16T10:22:18.735" v="1" actId="47"/>
        <pc:sldMkLst>
          <pc:docMk/>
          <pc:sldMk cId="1711081064" sldId="1405"/>
        </pc:sldMkLst>
      </pc:sldChg>
      <pc:sldChg chg="del">
        <pc:chgData name="Gavin Rawson" userId="ba60858a-14ec-4bd1-8f4a-f86df89a2f1a" providerId="ADAL" clId="{7FEE9A4C-1375-48F1-A5E4-C1647BB24A90}" dt="2025-12-16T10:22:18.735" v="1" actId="47"/>
        <pc:sldMkLst>
          <pc:docMk/>
          <pc:sldMk cId="2452141019" sldId="1406"/>
        </pc:sldMkLst>
      </pc:sldChg>
      <pc:sldChg chg="del">
        <pc:chgData name="Gavin Rawson" userId="ba60858a-14ec-4bd1-8f4a-f86df89a2f1a" providerId="ADAL" clId="{7FEE9A4C-1375-48F1-A5E4-C1647BB24A90}" dt="2025-12-16T10:22:18.735" v="1" actId="47"/>
        <pc:sldMkLst>
          <pc:docMk/>
          <pc:sldMk cId="1821495090" sldId="1408"/>
        </pc:sldMkLst>
      </pc:sldChg>
      <pc:sldChg chg="del">
        <pc:chgData name="Gavin Rawson" userId="ba60858a-14ec-4bd1-8f4a-f86df89a2f1a" providerId="ADAL" clId="{7FEE9A4C-1375-48F1-A5E4-C1647BB24A90}" dt="2025-12-16T10:22:18.735" v="1" actId="47"/>
        <pc:sldMkLst>
          <pc:docMk/>
          <pc:sldMk cId="2923313546" sldId="1412"/>
        </pc:sldMkLst>
      </pc:sldChg>
      <pc:sldChg chg="del">
        <pc:chgData name="Gavin Rawson" userId="ba60858a-14ec-4bd1-8f4a-f86df89a2f1a" providerId="ADAL" clId="{7FEE9A4C-1375-48F1-A5E4-C1647BB24A90}" dt="2025-12-16T10:22:13.296" v="0" actId="47"/>
        <pc:sldMkLst>
          <pc:docMk/>
          <pc:sldMk cId="3446594915" sldId="1413"/>
        </pc:sldMkLst>
      </pc:sldChg>
      <pc:sldChg chg="del">
        <pc:chgData name="Gavin Rawson" userId="ba60858a-14ec-4bd1-8f4a-f86df89a2f1a" providerId="ADAL" clId="{7FEE9A4C-1375-48F1-A5E4-C1647BB24A90}" dt="2025-12-16T10:22:13.296" v="0" actId="47"/>
        <pc:sldMkLst>
          <pc:docMk/>
          <pc:sldMk cId="3813121827" sldId="1414"/>
        </pc:sldMkLst>
      </pc:sldChg>
      <pc:sldChg chg="del">
        <pc:chgData name="Gavin Rawson" userId="ba60858a-14ec-4bd1-8f4a-f86df89a2f1a" providerId="ADAL" clId="{7FEE9A4C-1375-48F1-A5E4-C1647BB24A90}" dt="2025-12-16T10:22:13.296" v="0" actId="47"/>
        <pc:sldMkLst>
          <pc:docMk/>
          <pc:sldMk cId="168143490" sldId="1415"/>
        </pc:sldMkLst>
      </pc:sldChg>
      <pc:sldChg chg="addSp delSp modSp mod">
        <pc:chgData name="Gavin Rawson" userId="ba60858a-14ec-4bd1-8f4a-f86df89a2f1a" providerId="ADAL" clId="{7FEE9A4C-1375-48F1-A5E4-C1647BB24A90}" dt="2025-12-16T10:23:06.388" v="6" actId="478"/>
        <pc:sldMkLst>
          <pc:docMk/>
          <pc:sldMk cId="1347513070" sldId="1416"/>
        </pc:sldMkLst>
        <pc:spChg chg="del">
          <ac:chgData name="Gavin Rawson" userId="ba60858a-14ec-4bd1-8f4a-f86df89a2f1a" providerId="ADAL" clId="{7FEE9A4C-1375-48F1-A5E4-C1647BB24A90}" dt="2025-12-16T10:22:59.220" v="3" actId="478"/>
          <ac:spMkLst>
            <pc:docMk/>
            <pc:sldMk cId="1347513070" sldId="1416"/>
            <ac:spMk id="2" creationId="{D692A898-2016-5AE7-5BEC-BFA248FCDCB6}"/>
          </ac:spMkLst>
        </pc:spChg>
        <pc:spChg chg="del mod">
          <ac:chgData name="Gavin Rawson" userId="ba60858a-14ec-4bd1-8f4a-f86df89a2f1a" providerId="ADAL" clId="{7FEE9A4C-1375-48F1-A5E4-C1647BB24A90}" dt="2025-12-16T10:23:06.388" v="6" actId="478"/>
          <ac:spMkLst>
            <pc:docMk/>
            <pc:sldMk cId="1347513070" sldId="1416"/>
            <ac:spMk id="43" creationId="{74F75A61-F1FA-2EF7-A217-92276C05C21B}"/>
          </ac:spMkLst>
        </pc:spChg>
        <pc:spChg chg="del">
          <ac:chgData name="Gavin Rawson" userId="ba60858a-14ec-4bd1-8f4a-f86df89a2f1a" providerId="ADAL" clId="{7FEE9A4C-1375-48F1-A5E4-C1647BB24A90}" dt="2025-12-16T10:22:56.339" v="2" actId="478"/>
          <ac:spMkLst>
            <pc:docMk/>
            <pc:sldMk cId="1347513070" sldId="1416"/>
            <ac:spMk id="44" creationId="{69A6FC5E-28C1-8845-2D5C-F7FDE40BDE28}"/>
          </ac:spMkLst>
        </pc:spChg>
        <pc:spChg chg="add del mod">
          <ac:chgData name="Gavin Rawson" userId="ba60858a-14ec-4bd1-8f4a-f86df89a2f1a" providerId="ADAL" clId="{7FEE9A4C-1375-48F1-A5E4-C1647BB24A90}" dt="2025-12-16T10:23:01.649" v="4" actId="478"/>
          <ac:spMkLst>
            <pc:docMk/>
            <pc:sldMk cId="1347513070" sldId="1416"/>
            <ac:spMk id="46" creationId="{076DBDC5-8D34-B78A-3842-CC68CFB39D90}"/>
          </ac:spMkLst>
        </pc:spChg>
      </pc:sldChg>
      <pc:sldMasterChg chg="delSldLayout">
        <pc:chgData name="Gavin Rawson" userId="ba60858a-14ec-4bd1-8f4a-f86df89a2f1a" providerId="ADAL" clId="{7FEE9A4C-1375-48F1-A5E4-C1647BB24A90}" dt="2025-12-16T10:22:13.296" v="0" actId="47"/>
        <pc:sldMasterMkLst>
          <pc:docMk/>
          <pc:sldMasterMk cId="790906602" sldId="2147483844"/>
        </pc:sldMasterMkLst>
        <pc:sldLayoutChg chg="del">
          <pc:chgData name="Gavin Rawson" userId="ba60858a-14ec-4bd1-8f4a-f86df89a2f1a" providerId="ADAL" clId="{7FEE9A4C-1375-48F1-A5E4-C1647BB24A90}" dt="2025-12-16T10:22:13.296" v="0" actId="47"/>
          <pc:sldLayoutMkLst>
            <pc:docMk/>
            <pc:sldMasterMk cId="790906602" sldId="2147483844"/>
            <pc:sldLayoutMk cId="3689520594" sldId="2147484097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Corbel" panose="020B05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Corbel" panose="020B0503020204020204" pitchFamily="34" charset="0"/>
              </a:defRPr>
            </a:lvl1pPr>
          </a:lstStyle>
          <a:p>
            <a:fld id="{B6659933-B74B-4AB3-9099-B51777DD3137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Corbel" panose="020B05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Corbel" panose="020B0503020204020204" pitchFamily="34" charset="0"/>
              </a:defRPr>
            </a:lvl1pPr>
          </a:lstStyle>
          <a:p>
            <a:fld id="{AA9CE82D-71C1-40BB-9F9F-BFC8B0CAA1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08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_rels/slideLayout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4.xml"/></Relationships>
</file>

<file path=ppt/slideLayouts/_rels/slideLayout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5.xml"/></Relationships>
</file>

<file path=ppt/slideLayouts/_rels/slideLayout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/Relationships>
</file>

<file path=ppt/slideLayouts/_rels/slideLayout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/Relationships>
</file>

<file path=ppt/slideLayouts/_rels/slideLayout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5.xml"/></Relationships>
</file>

<file path=ppt/slideLayouts/_rels/slideLayout2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5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2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2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6.xml"/></Relationships>
</file>

<file path=ppt/slideLayouts/_rels/slideLayout2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6.xml"/></Relationships>
</file>

<file path=ppt/slideLayouts/_rels/slideLayout2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6.xml"/></Relationships>
</file>

<file path=ppt/slideLayouts/_rels/slideLayout2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6.xml"/></Relationships>
</file>

<file path=ppt/slideLayouts/_rels/slideLayout2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6.xml"/></Relationships>
</file>

<file path=ppt/slideLayouts/_rels/slideLayout2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6.xml"/></Relationships>
</file>

<file path=ppt/slideLayouts/_rels/slideLayout2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6.xml"/></Relationships>
</file>

<file path=ppt/slideLayouts/_rels/slideLayout2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2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6.xml"/></Relationships>
</file>

<file path=ppt/slideLayouts/_rels/slideLayout2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6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7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7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7.xml"/></Relationships>
</file>

<file path=ppt/slideLayouts/_rels/slideLayout2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7.xml"/></Relationships>
</file>

<file path=ppt/slideLayouts/_rels/slideLayout2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7.xml"/></Relationships>
</file>

<file path=ppt/slideLayouts/_rels/slideLayout2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7.xml"/></Relationships>
</file>

<file path=ppt/slideLayouts/_rels/slideLayout2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7.xml"/></Relationships>
</file>

<file path=ppt/slideLayouts/_rels/slideLayout2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7.xml"/></Relationships>
</file>

<file path=ppt/slideLayouts/_rels/slideLayout2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7.xml"/></Relationships>
</file>

<file path=ppt/slideLayouts/_rels/slideLayout2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7.xml"/></Relationships>
</file>

<file path=ppt/slideLayouts/_rels/slideLayout2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7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2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2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2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7.xml"/></Relationships>
</file>

<file path=ppt/slideLayouts/_rels/slideLayout2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7.xml"/></Relationships>
</file>

<file path=ppt/slideLayouts/_rels/slideLayout2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7.xml"/></Relationships>
</file>

<file path=ppt/slideLayouts/_rels/slideLayout2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7.xml"/></Relationships>
</file>

<file path=ppt/slideLayouts/_rels/slideLayout2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7.xml"/></Relationships>
</file>

<file path=ppt/slideLayouts/_rels/slideLayout2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7.xml"/></Relationships>
</file>

<file path=ppt/slideLayouts/_rels/slideLayout2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7.xml"/></Relationships>
</file>

<file path=ppt/slideLayouts/_rels/slideLayout2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7.xml"/></Relationships>
</file>

<file path=ppt/slideLayouts/_rels/slideLayout2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7.xml"/></Relationships>
</file>

<file path=ppt/slideLayouts/_rels/slideLayout2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7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F12C7-8DA9-4D08-8EAA-B423D8F0D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080D6-ED04-45EF-99CF-090EFDE6A892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DE23E2-D467-4DD8-9EA2-2516AB34B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E243A2-3959-4F3C-B88E-591F9C738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622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5306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903D77-C38F-48C5-87FE-F7C8BE2BD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B8D99-0A6B-43C9-AABB-29FE685142ED}" type="datetime1">
              <a:rPr lang="en-US" smtClean="0"/>
              <a:t>12/16/2025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8DC488-271F-4DEE-AACE-F311D3F51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937CAC8-F2B9-482A-BCCD-D72DAA6B2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563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6CF9399-E19A-42AD-9102-574DBF864B8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E253BC9B-DC43-495D-9E3A-5F13B0E5F909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BBE2F4-47F6-4539-98A9-3A6264A0768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C31A64-C2D1-4411-9736-A2771EF72EC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701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pen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537459" y="2404367"/>
            <a:ext cx="11117083" cy="707886"/>
          </a:xfrm>
        </p:spPr>
        <p:txBody>
          <a:bodyPr/>
          <a:lstStyle>
            <a:lvl1pPr>
              <a:defRPr sz="4000" b="0" i="0" spc="0" baseline="0">
                <a:solidFill>
                  <a:srgbClr val="FFFFFF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647048" y="1849212"/>
            <a:ext cx="1558422" cy="349702"/>
          </a:xfrm>
          <a:prstGeom prst="rect">
            <a:avLst/>
          </a:prstGeom>
          <a:solidFill>
            <a:schemeClr val="accent1"/>
          </a:solidFill>
        </p:spPr>
        <p:txBody>
          <a:bodyPr wrap="none" lIns="324000" tIns="36000" rIns="324000" bIns="36000" anchor="ctr" anchorCtr="0">
            <a:spAutoFit/>
          </a:bodyPr>
          <a:lstStyle>
            <a:lvl1pPr marL="0" indent="0" algn="l">
              <a:lnSpc>
                <a:spcPct val="100000"/>
              </a:lnSpc>
              <a:buNone/>
              <a:defRPr b="0" i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Add Date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F8048B1-5DAF-4827-879E-F41ADFB9C9D8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AC37A52A-1FC1-4254-877D-2FE8E5A38233}" type="datetime1">
              <a:rPr lang="en-US" smtClean="0"/>
              <a:t>12/16/2025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45F7E6-634E-4302-A2B9-6DA5A134AEB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DE372451-3C6B-4494-B90C-F08AA837D4C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 flipV="1">
            <a:off x="619200" y="6437881"/>
            <a:ext cx="11035342" cy="45719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662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peni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351224" y="0"/>
            <a:ext cx="5840776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0" name="Title_half_left"/>
          <p:cNvSpPr>
            <a:spLocks noGrp="1"/>
          </p:cNvSpPr>
          <p:nvPr>
            <p:ph type="title"/>
          </p:nvPr>
        </p:nvSpPr>
        <p:spPr>
          <a:xfrm>
            <a:off x="537458" y="2404367"/>
            <a:ext cx="5440647" cy="1323439"/>
          </a:xfrm>
        </p:spPr>
        <p:txBody>
          <a:bodyPr/>
          <a:lstStyle>
            <a:lvl1pPr>
              <a:defRPr sz="4000" b="0" i="0" spc="0" baseline="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194C0A-E376-41FA-B979-60FD5FBA6D67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A062253-0710-456E-9C37-AC6796BD2E54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8F06B7-3389-4583-B813-C69C60A938F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CB694DF-8E91-4DB6-92E9-CC61AFE0310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flipV="1">
            <a:off x="619200" y="6429600"/>
            <a:ext cx="11037600" cy="5400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226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81A89-5246-41E7-BC60-CF27AABF3B9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0"/>
            <a:ext cx="12192000" cy="6858000"/>
          </a:xfrm>
          <a:solidFill>
            <a:schemeClr val="accent2">
              <a:alpha val="8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noFill/>
              </a:defRPr>
            </a:lvl1pPr>
            <a:lvl2pPr marL="266700" indent="0">
              <a:buNone/>
              <a:defRPr sz="800">
                <a:noFill/>
              </a:defRPr>
            </a:lvl2pPr>
            <a:lvl3pPr marL="914400" indent="0">
              <a:buNone/>
              <a:defRPr sz="800">
                <a:noFill/>
              </a:defRPr>
            </a:lvl3pPr>
            <a:lvl4pPr marL="1371600" indent="0">
              <a:buNone/>
              <a:defRPr sz="800">
                <a:noFill/>
              </a:defRPr>
            </a:lvl4pPr>
            <a:lvl5pPr marL="1828800" indent="0">
              <a:buNone/>
              <a:defRPr sz="800">
                <a:noFill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A47A3-39AE-4E1A-83F5-286C0C53F32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DC437FFE-D98C-4304-BF05-CDDFA95C608D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248FC3-E567-4D5A-9D27-DF4E3FFC974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F4F30A-590F-4B7F-95E1-ACBB520F846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320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title with backgroun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0BDA9A5-DEAD-44A6-9EF9-630C3E33D17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0"/>
            <a:ext cx="12192000" cy="6858000"/>
          </a:xfrm>
          <a:solidFill>
            <a:schemeClr val="accent2">
              <a:alpha val="8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noFill/>
              </a:defRPr>
            </a:lvl1pPr>
            <a:lvl2pPr marL="266700" indent="0">
              <a:buNone/>
              <a:defRPr sz="800">
                <a:noFill/>
              </a:defRPr>
            </a:lvl2pPr>
            <a:lvl3pPr marL="914400" indent="0">
              <a:buNone/>
              <a:defRPr sz="800">
                <a:noFill/>
              </a:defRPr>
            </a:lvl3pPr>
            <a:lvl4pPr marL="1371600" indent="0">
              <a:buNone/>
              <a:defRPr sz="800">
                <a:noFill/>
              </a:defRPr>
            </a:lvl4pPr>
            <a:lvl5pPr marL="1828800" indent="0">
              <a:buNone/>
              <a:defRPr sz="800">
                <a:noFill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25D7A3F9-4CE6-4418-91D1-530BA366636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_whit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_whit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4178E80-7C7F-4B2A-B333-017E72971F8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FA47DC1-6609-4951-8954-4122407C2785}" type="datetime1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23CC4A5-D8A8-46CE-86CA-85FBD13C34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1CD2099-9E91-4801-B121-C24EAB09B3F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684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background 2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537459" y="515462"/>
            <a:ext cx="11117083" cy="800219"/>
          </a:xfrm>
        </p:spPr>
        <p:txBody>
          <a:bodyPr/>
          <a:lstStyle>
            <a:lvl1pPr>
              <a:defRPr sz="4600" b="0" i="0">
                <a:solidFill>
                  <a:srgbClr val="FFFFFF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80F82D5-4272-47F0-99AE-DB1F40480A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46C6C0F-2A33-4801-964D-72D366FBCB92}" type="datetime1">
              <a:rPr lang="en-US" smtClean="0"/>
              <a:t>12/16/2025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B13454B-6C01-436E-B89E-543635C6F78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BD097A8-C160-4E89-A228-8D8A9EDE5C5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6776F571-BA84-4921-805F-FC0D34746B7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616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bottom with backgroun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" name="Title_big_bottom"/>
          <p:cNvSpPr>
            <a:spLocks noGrp="1"/>
          </p:cNvSpPr>
          <p:nvPr>
            <p:ph type="title"/>
          </p:nvPr>
        </p:nvSpPr>
        <p:spPr>
          <a:xfrm>
            <a:off x="537459" y="4376267"/>
            <a:ext cx="11117083" cy="800219"/>
          </a:xfrm>
        </p:spPr>
        <p:txBody>
          <a:bodyPr/>
          <a:lstStyle>
            <a:lvl1pPr>
              <a:defRPr sz="4600" b="0" i="0">
                <a:solidFill>
                  <a:srgbClr val="FFFFFF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DBEFAB-9DE0-4ADC-8C42-DEF0E83E5EB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627439E-54F0-45C5-921D-89D7EFB6DF9F}" type="datetime1">
              <a:rPr lang="en-US" smtClean="0"/>
              <a:t>12/16/2025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94440DC-6B4E-4A94-91D1-D67631B6AF5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D51FCF1-279E-473C-AE4F-C4282F7DFC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DF59F4E3-4D7E-4010-A75B-90764051483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792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enter with 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2242484"/>
            <a:ext cx="11117083" cy="800219"/>
          </a:xfrm>
        </p:spPr>
        <p:txBody>
          <a:bodyPr anchor="t" anchorCtr="0"/>
          <a:lstStyle>
            <a:lvl1pPr algn="ctr">
              <a:lnSpc>
                <a:spcPct val="100000"/>
              </a:lnSpc>
              <a:defRPr sz="46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0398F9-92B9-40BC-A5B0-3E5CA40334C7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833558BB-BB7D-4E96-A537-AD4AA7CEF04D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B9095C-C471-453A-AF85-9F5FAB275A1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A1B894-BF94-4263-8552-08168238AC5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B41ABFA-BED8-483D-A4D5-26249C8BAE0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6860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middle with 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2995024"/>
            <a:ext cx="11117083" cy="800219"/>
          </a:xfrm>
        </p:spPr>
        <p:txBody>
          <a:bodyPr anchor="ctr" anchorCtr="0"/>
          <a:lstStyle>
            <a:lvl1pPr algn="ctr">
              <a:lnSpc>
                <a:spcPct val="100000"/>
              </a:lnSpc>
              <a:defRPr sz="46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B923B1-58E0-4DAE-8ED1-6E475B068ABE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7F0B63DA-609C-4E18-9487-F37E37C92C03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1D8D40-3719-4E11-8B4A-B2EFEEBA235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CF192A-F57D-4B11-BA41-989A9771597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ECFD4AC0-2491-4969-B0F1-FEC3BF7575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0969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enter with background 2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1188800"/>
            <a:ext cx="11117083" cy="800219"/>
          </a:xfrm>
        </p:spPr>
        <p:txBody>
          <a:bodyPr anchor="t" anchorCtr="0"/>
          <a:lstStyle>
            <a:lvl1pPr algn="ctr">
              <a:lnSpc>
                <a:spcPct val="100000"/>
              </a:lnSpc>
              <a:defRPr sz="46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C35752-42FF-45EB-947E-BBF4EFF3523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C4C9F4FD-22A1-4990-B892-E6864273FEFB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683814-2EBD-42C0-A671-9EB4EE7A774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AB64B1-701B-49FF-B056-491455B27CA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8B16485-3AD0-4995-810B-E99B162CFE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339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enter with background 3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1843561"/>
            <a:ext cx="11117083" cy="800219"/>
          </a:xfrm>
        </p:spPr>
        <p:txBody>
          <a:bodyPr anchor="t" anchorCtr="0"/>
          <a:lstStyle>
            <a:lvl1pPr algn="ctr">
              <a:lnSpc>
                <a:spcPct val="100000"/>
              </a:lnSpc>
              <a:defRPr sz="46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71709E-8F89-461F-BBFB-A2DBD1E604C8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B503280A-BE36-41B7-AFDB-63EBA50D76FF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2C1C6E-067C-4F5A-B424-000CB7E68BA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8ED09-8F9E-46F9-B76A-3E44CC3648A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F9D12B9-E67D-4801-BA34-1788E80224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2241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3001960"/>
            <a:ext cx="11117083" cy="992579"/>
          </a:xfrm>
        </p:spPr>
        <p:txBody>
          <a:bodyPr anchor="t" anchorCtr="0"/>
          <a:lstStyle>
            <a:lvl1pPr algn="ctr">
              <a:lnSpc>
                <a:spcPct val="90000"/>
              </a:lnSpc>
              <a:defRPr sz="65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EADD1E-C3E4-44E6-A02C-7CEF010684C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46C75BA-579D-40BB-A8EC-8C4C5AB546EB}" type="datetime1">
              <a:rPr lang="en-US" smtClean="0"/>
              <a:t>12/16/2025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55E1EA5-3FEC-4D19-9346-9EDFA42CFA9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E23734A-B219-45D8-AB7B-1C03FA91723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448FFF29-5A5D-4B53-9168-6EEF72CB23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0087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title &amp; half backgroun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left"/>
          <p:cNvSpPr>
            <a:spLocks noGrp="1"/>
          </p:cNvSpPr>
          <p:nvPr>
            <p:ph type="title"/>
          </p:nvPr>
        </p:nvSpPr>
        <p:spPr>
          <a:xfrm>
            <a:off x="537460" y="515462"/>
            <a:ext cx="5245824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351224" y="0"/>
            <a:ext cx="5840776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4" hasCustomPrompt="1"/>
          </p:nvPr>
        </p:nvSpPr>
        <p:spPr>
          <a:xfrm>
            <a:off x="536401" y="1105200"/>
            <a:ext cx="5258610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3F628F-0268-4F52-B410-AD70434B858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DCFD544-B8C9-4C05-8121-D6494AC6028D}" type="datetime1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4C7E8F7-8B78-49D3-BF6A-45457B31911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33B01D8-AEB6-465F-9707-8E07D0E92AB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A104173-8F4E-41CD-A0C7-E5E4DF137E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0562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half backgroun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right"/>
          <p:cNvSpPr>
            <a:spLocks noGrp="1"/>
          </p:cNvSpPr>
          <p:nvPr userDrawn="1">
            <p:ph type="title"/>
          </p:nvPr>
        </p:nvSpPr>
        <p:spPr>
          <a:xfrm>
            <a:off x="6273801" y="2390232"/>
            <a:ext cx="5380741" cy="1415772"/>
          </a:xfrm>
        </p:spPr>
        <p:txBody>
          <a:bodyPr/>
          <a:lstStyle>
            <a:lvl1pPr>
              <a:defRPr sz="4300" b="0" i="0"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842000" cy="6858000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C515D5-1E46-46BA-AC33-AA231F41A3B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1A99016-EE8A-4865-9A9F-49DCAFAF91EE}" type="datetime1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68A811-E391-4171-B488-B3087DE105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36A7F3-E97F-446E-97F4-D3ECA64F58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B8CCBAEF-66F6-46E1-827C-881AC61E3FF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7621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enter &amp; half backgrou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351224" y="0"/>
            <a:ext cx="5840776" cy="6858000"/>
          </a:xfrm>
          <a:prstGeom prst="rect">
            <a:avLst/>
          </a:prstGeom>
          <a:solidFill>
            <a:schemeClr val="accent5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Title_half_left"/>
          <p:cNvSpPr>
            <a:spLocks noGrp="1"/>
          </p:cNvSpPr>
          <p:nvPr>
            <p:ph type="title"/>
          </p:nvPr>
        </p:nvSpPr>
        <p:spPr>
          <a:xfrm>
            <a:off x="605193" y="2178236"/>
            <a:ext cx="5245825" cy="1508105"/>
          </a:xfrm>
        </p:spPr>
        <p:txBody>
          <a:bodyPr anchor="t" anchorCtr="0"/>
          <a:lstStyle>
            <a:lvl1pPr algn="ctr">
              <a:defRPr sz="4600" b="0" i="0" spc="0" baseline="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0BFCAB-F8D0-4E89-B542-E7DC057220D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DE5D379-904A-4655-AA5E-A5FE836148AC}" type="datetime1">
              <a:rPr lang="en-US" smtClean="0"/>
              <a:t>12/16/2025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9172DCE-7F83-44D2-8A44-188A460B3F8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207C9B-AEFB-4DA4-A7CB-DD26C5E6139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0AFA9FD8-9BA9-4052-A232-3F35EEAFD5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8235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title &amp; half color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left"/>
          <p:cNvSpPr>
            <a:spLocks noGrp="1"/>
          </p:cNvSpPr>
          <p:nvPr>
            <p:ph type="title"/>
          </p:nvPr>
        </p:nvSpPr>
        <p:spPr>
          <a:xfrm>
            <a:off x="537460" y="515462"/>
            <a:ext cx="5245824" cy="600164"/>
          </a:xfrm>
        </p:spPr>
        <p:txBody>
          <a:bodyPr>
            <a:norm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51223" y="0"/>
            <a:ext cx="5840777" cy="6858000"/>
          </a:xfrm>
          <a:prstGeom prst="rect">
            <a:avLst/>
          </a:prstGeom>
          <a:solidFill>
            <a:schemeClr val="bg2"/>
          </a:solidFill>
          <a:ln w="0">
            <a:solidFill>
              <a:schemeClr val="bg2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1" y="1105200"/>
            <a:ext cx="5258610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50361C6-0228-4E22-9DF7-8754BF35FC9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984F870-84DA-4D6E-B68A-A80628F3EBB3}" type="datetime1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894F237-AAE5-497D-98F8-F07CE65ED9C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2597049-9163-42F5-A053-A8D6286E938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4C9E5F47-B314-4667-8B7D-E99CFCAEFAE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114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6456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3708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88212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0960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2" name="Sub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FA9B5-1658-49F7-AB67-8BEF37DF3F57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B8A2D79D-E478-4F15-9DC2-08BDCDBDA145}" type="datetime1">
              <a:rPr lang="en-US" smtClean="0"/>
              <a:t>12/16/2025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3ADB9510-FC99-4F9C-A8FF-43CF51FB62E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496C0A7-8286-4ADA-A0CC-90C66A5237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3162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859631" y="1683496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715543" y="1683496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571455" y="1683496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5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9427368" y="1683496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859631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7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3715543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8" name="Picture Placeholder 7"/>
          <p:cNvSpPr>
            <a:spLocks noGrp="1"/>
          </p:cNvSpPr>
          <p:nvPr>
            <p:ph type="pic" sz="quarter" idx="18"/>
          </p:nvPr>
        </p:nvSpPr>
        <p:spPr>
          <a:xfrm>
            <a:off x="6571455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9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9427368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21" name="Sub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E9C923-A726-4BBF-9200-72B84222DEA2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160E5C39-2F29-44D4-8A05-FBE9CD388DC1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7876EC-A008-46FF-B4D8-37D42041618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1A8AFD-57D6-4C4A-8739-CCA288232E10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6911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645600" y="1678732"/>
            <a:ext cx="3283462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5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4454268" y="1678732"/>
            <a:ext cx="3283462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20"/>
          </p:nvPr>
        </p:nvSpPr>
        <p:spPr>
          <a:xfrm>
            <a:off x="8262936" y="1678732"/>
            <a:ext cx="3283462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9" name="Sub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C9DA59-2A2F-4B2C-BDF6-6F7E5566D5C9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F61104B5-9D98-42D7-AFFE-82C6070569EE}" type="datetime1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7F92D4A-E29B-465D-B408-6019A2FC01C6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973361D-6091-4AA8-B60C-CE6408A9EB8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7940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238F8B1-55E1-43CF-B733-9F4DF570D48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EBCFFFC-32F0-4F06-8F55-BDF3FAD91993}" type="datetime1">
              <a:rPr lang="en-US" smtClean="0"/>
              <a:t>12/16/2025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BB75BAD-5572-434F-AAE1-89A0FDD0099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4818F1A-CAAB-4689-B21F-EA907A2DCC1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5025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siness Canv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633413" y="1679972"/>
            <a:ext cx="2147365" cy="2771775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2849563" y="1679972"/>
            <a:ext cx="2122487" cy="1355328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2849563" y="3096419"/>
            <a:ext cx="2122487" cy="1355328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040835" y="1679972"/>
            <a:ext cx="2109265" cy="2771775"/>
          </a:xfrm>
          <a:prstGeom prst="rect">
            <a:avLst/>
          </a:prstGeom>
          <a:solidFill>
            <a:schemeClr val="accent2"/>
          </a:solidFill>
          <a:ln w="0">
            <a:solidFill>
              <a:schemeClr val="accent2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7218885" y="1679972"/>
            <a:ext cx="2122487" cy="1355328"/>
          </a:xfrm>
          <a:prstGeom prst="rect">
            <a:avLst/>
          </a:prstGeom>
          <a:solidFill>
            <a:schemeClr val="accent3"/>
          </a:solidFill>
          <a:ln w="0">
            <a:solidFill>
              <a:schemeClr val="accent3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218885" y="3096419"/>
            <a:ext cx="2122487" cy="1355328"/>
          </a:xfrm>
          <a:prstGeom prst="rect">
            <a:avLst/>
          </a:prstGeom>
          <a:solidFill>
            <a:schemeClr val="accent3"/>
          </a:solidFill>
          <a:ln w="0">
            <a:solidFill>
              <a:schemeClr val="accent3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9412280" y="1679972"/>
            <a:ext cx="2147365" cy="2771775"/>
          </a:xfrm>
          <a:prstGeom prst="rect">
            <a:avLst/>
          </a:prstGeom>
          <a:solidFill>
            <a:schemeClr val="accent3"/>
          </a:solidFill>
          <a:ln w="0">
            <a:solidFill>
              <a:schemeClr val="accent3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3413" y="4514865"/>
            <a:ext cx="5430837" cy="1521985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9"/>
          </p:nvPr>
        </p:nvSpPr>
        <p:spPr>
          <a:xfrm>
            <a:off x="6128808" y="4514865"/>
            <a:ext cx="5430837" cy="1521985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5" name="Sub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1C76EB7D-C55C-40C6-869B-E6CA6720DF69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7ED69BEC-FEEB-48C5-BB50-F477F1B8FC48}" type="datetime1">
              <a:rPr lang="en-US" smtClean="0"/>
              <a:t>12/16/2025</a:t>
            </a:fld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64F2EC9A-D15E-4441-B560-0718DDC1AD87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C97EC291-EC8F-4F03-85BF-3F568FFEECA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8767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enter &amp; top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42516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Title_center_white"/>
          <p:cNvSpPr>
            <a:spLocks noGrp="1"/>
          </p:cNvSpPr>
          <p:nvPr>
            <p:ph type="title"/>
          </p:nvPr>
        </p:nvSpPr>
        <p:spPr>
          <a:xfrm>
            <a:off x="537459" y="1393077"/>
            <a:ext cx="11117083" cy="854080"/>
          </a:xfrm>
        </p:spPr>
        <p:txBody>
          <a:bodyPr/>
          <a:lstStyle>
            <a:lvl1pPr algn="ctr">
              <a:lnSpc>
                <a:spcPct val="90000"/>
              </a:lnSpc>
              <a:defRPr sz="5500" b="0" i="0">
                <a:solidFill>
                  <a:srgbClr val="FFFFFF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39C9BD-6F90-4915-A3FD-AFCFCCFE34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31161FA-9A19-4F7D-976A-9ADFCA0A891B}" type="datetime1">
              <a:rPr lang="en-US" smtClean="0"/>
              <a:t>12/16/2025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F6CA49-CCC6-45EA-8782-AD39BBBCD51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B88E1F-AD8E-42D7-9679-27A6449CACE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5177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top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4251325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6" name="Title_white"/>
          <p:cNvSpPr>
            <a:spLocks noGrp="1"/>
          </p:cNvSpPr>
          <p:nvPr>
            <p:ph type="title"/>
          </p:nvPr>
        </p:nvSpPr>
        <p:spPr>
          <a:xfrm>
            <a:off x="537459" y="515462"/>
            <a:ext cx="11117083" cy="60016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_white"/>
          <p:cNvSpPr>
            <a:spLocks noGrp="1"/>
          </p:cNvSpPr>
          <p:nvPr>
            <p:ph type="body" sz="quarter" idx="14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3B142DC-A7E2-4BF8-8E37-C5A3943C895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87B1ED7-2C28-4272-AD3D-7D2846BC8CEC}" type="datetime1">
              <a:rPr lang="en-US" smtClean="0"/>
              <a:t>12/16/2025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CFD878-579B-46FE-AC17-34CE591C44A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7097CE-E742-4C14-B977-226002FE1FA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8384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4251960"/>
          </a:xfrm>
          <a:prstGeom prst="rect">
            <a:avLst/>
          </a:prstGeom>
          <a:solidFill>
            <a:schemeClr val="bg2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_bottom"/>
          <p:cNvSpPr>
            <a:spLocks noGrp="1"/>
          </p:cNvSpPr>
          <p:nvPr>
            <p:ph type="title"/>
          </p:nvPr>
        </p:nvSpPr>
        <p:spPr>
          <a:xfrm>
            <a:off x="447288" y="4702149"/>
            <a:ext cx="3555570" cy="1107996"/>
          </a:xfrm>
        </p:spPr>
        <p:txBody>
          <a:bodyPr/>
          <a:lstStyle>
            <a:lvl1pPr algn="r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EE43E7-0523-40E7-AD1F-B01E2EB6115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453269E-BC2F-418E-9F0D-E3DA4730308B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F822E9-12C2-40DB-9FD9-28B1289D837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240DF5-11E0-44FB-8A1B-8E55CB9E12C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51232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ottom with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ottom"/>
          <p:cNvSpPr>
            <a:spLocks noGrp="1"/>
          </p:cNvSpPr>
          <p:nvPr>
            <p:ph type="title"/>
          </p:nvPr>
        </p:nvSpPr>
        <p:spPr>
          <a:xfrm>
            <a:off x="447288" y="4702149"/>
            <a:ext cx="3555570" cy="1107996"/>
          </a:xfrm>
        </p:spPr>
        <p:txBody>
          <a:bodyPr/>
          <a:lstStyle>
            <a:lvl1pPr algn="r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 Placeholder 5"/>
          <p:cNvSpPr>
            <a:spLocks noGrp="1"/>
          </p:cNvSpPr>
          <p:nvPr>
            <p:ph type="media" sz="quarter" idx="12"/>
          </p:nvPr>
        </p:nvSpPr>
        <p:spPr>
          <a:xfrm>
            <a:off x="0" y="0"/>
            <a:ext cx="12192000" cy="4251325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37C43B-6163-456E-BFB2-5796F5645B8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0FF48F6D-321E-4DB4-9118-9B5DB55AA0FA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979CD6-74AC-4238-9B81-981C9D3DC37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2F0F64-55AD-4D6C-978B-4B98F0260D7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2285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pp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459" y="515462"/>
            <a:ext cx="10958541" cy="6001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8931000" y="1540800"/>
            <a:ext cx="2790000" cy="4714509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9440814" y="2440800"/>
            <a:ext cx="1770372" cy="294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6141000" y="1539000"/>
            <a:ext cx="2790000" cy="4714509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650814" y="2440800"/>
            <a:ext cx="1770372" cy="294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7356000" y="1211170"/>
            <a:ext cx="3150000" cy="5322830"/>
          </a:xfrm>
          <a:prstGeom prst="rect">
            <a:avLst/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7931597" y="2217364"/>
            <a:ext cx="1998806" cy="33104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3" name="Subtitle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70AD530-01B0-422C-B46F-148EFDB8DB70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2DB8A73B-A45E-4D15-9D7F-91D5AE1E2C51}" type="datetime1">
              <a:rPr lang="en-US" smtClean="0"/>
              <a:t>12/16/2025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EBDE4ED-7B31-4BCD-9E60-51116893946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FDA674F-1629-4A9C-8B84-E2AE171B816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51564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pp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2366964"/>
            <a:ext cx="12192000" cy="1909762"/>
          </a:xfrm>
          <a:prstGeom prst="rect">
            <a:avLst/>
          </a:prstGeom>
          <a:solidFill>
            <a:schemeClr val="bg2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1146000" y="1360800"/>
            <a:ext cx="2295000" cy="3960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561000" y="21168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7"/>
          </p:nvPr>
        </p:nvSpPr>
        <p:spPr>
          <a:xfrm>
            <a:off x="4926000" y="1360800"/>
            <a:ext cx="2295000" cy="3960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28"/>
          </p:nvPr>
        </p:nvSpPr>
        <p:spPr>
          <a:xfrm>
            <a:off x="5346000" y="21168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9"/>
          </p:nvPr>
        </p:nvSpPr>
        <p:spPr>
          <a:xfrm>
            <a:off x="8751000" y="1360800"/>
            <a:ext cx="2295000" cy="3960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3" name="Picture Placeholder 8"/>
          <p:cNvSpPr>
            <a:spLocks noGrp="1"/>
          </p:cNvSpPr>
          <p:nvPr>
            <p:ph type="pic" sz="quarter" idx="30"/>
          </p:nvPr>
        </p:nvSpPr>
        <p:spPr>
          <a:xfrm>
            <a:off x="9169200" y="21168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2" name="Subtitle"/>
          <p:cNvSpPr>
            <a:spLocks noGrp="1"/>
          </p:cNvSpPr>
          <p:nvPr>
            <p:ph type="body" sz="quarter" idx="31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B45B447-70A5-4E37-B0FE-71D7D1436C13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6D65A007-D86D-4219-BFBE-06F03D333E37}" type="datetime1">
              <a:rPr lang="en-US" smtClean="0"/>
              <a:t>12/16/2025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58A7322-C0CE-440C-A0B7-63EDC4E032A7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C88C7B-844E-45C0-879F-EFA0D028048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29416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pp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441000" y="1224000"/>
            <a:ext cx="3015000" cy="5266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985346" y="2217600"/>
            <a:ext cx="1926309" cy="3290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5736000" y="1224000"/>
            <a:ext cx="3015000" cy="5266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280346" y="2217600"/>
            <a:ext cx="1926309" cy="3290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" name="Sub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0713D0F-BF07-46BA-83DD-1625994D4104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B1489D3A-1DBC-415F-A68C-6CCAF3D1FB41}" type="datetime1">
              <a:rPr lang="en-US" smtClean="0"/>
              <a:t>12/16/2025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5D3AE7C-13BE-4C7C-BA7E-E9B2F42C345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3EAD434-5575-4258-ACE6-4C8BAF8F027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74664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bile App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874400" y="1134000"/>
            <a:ext cx="2559600" cy="4510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5FE163-4071-4FD9-9D13-10E3756E14E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13430F1-2E48-4B0F-AEF4-BAC40EE5767B}" type="datetime1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4DC387-1F58-4FE4-9C85-01FFA87553C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946FF1-4E8B-4A5B-907A-11637792592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F3BD562-A815-4588-BC59-90027B93D6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35931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bile App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50000" y="0"/>
            <a:ext cx="5842000" cy="6858000"/>
          </a:xfrm>
          <a:prstGeom prst="rect">
            <a:avLst/>
          </a:prstGeom>
        </p:spPr>
      </p:pic>
      <p:sp>
        <p:nvSpPr>
          <p:cNvPr id="14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8287200" y="1134000"/>
            <a:ext cx="2347200" cy="4185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59" y="515462"/>
            <a:ext cx="5468541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0" y="1105200"/>
            <a:ext cx="54872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13D6DE2-E423-4CE6-8A23-CEB5E3AC67C9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511EFD9C-786C-4C30-A420-96F9C654ED01}" type="datetime1">
              <a:rPr lang="en-US" smtClean="0"/>
              <a:t>12/16/2025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00C9257-6983-4160-8147-B48F26E945B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E1CB5E-8401-4C93-AEDC-530012FC211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1501E7F6-59BF-402A-A9EA-91EE4420095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00666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pp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665600" y="1249200"/>
            <a:ext cx="2862000" cy="5194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5188194" y="2242800"/>
            <a:ext cx="1818000" cy="32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F6F0B41-135D-4F39-A84B-9AE2AB1C4E8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7AE0558-0C5C-46B3-BF40-9BC2E701048D}" type="datetime1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D04BED3-254D-45D7-8B0B-53626426AA1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F06A280-E5CC-4567-8C00-73F6E3945EF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36964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t App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8256000" cy="685800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59" y="515462"/>
            <a:ext cx="5468541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7803000" y="604800"/>
            <a:ext cx="4233600" cy="568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8570698" y="1576372"/>
            <a:ext cx="2787605" cy="37502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5770800" y="36000"/>
            <a:ext cx="4784400" cy="6631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20"/>
          </p:nvPr>
        </p:nvSpPr>
        <p:spPr>
          <a:xfrm>
            <a:off x="6541026" y="1169231"/>
            <a:ext cx="3249949" cy="43722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4" name="Subtitle_half_left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54872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EBF27E-B53B-4EEE-919A-6D07376F1D74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6131B849-E525-40D0-BF42-AAC5B32DC5C4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CACEA-FF81-4900-A2D9-643058B021F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3D3905F-89D3-4FA9-A334-DD50EDFB26F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884CDFC2-3814-49AD-9B88-6DF5E3C491D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84986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t App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222800" y="1263600"/>
            <a:ext cx="3758400" cy="5209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4825585" y="2152650"/>
            <a:ext cx="2553531" cy="3435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09BD8C1-F0EB-4A5A-9881-B1C4860E9DF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F2ECA7A-5799-4CF9-AFD1-8FAE76C73FAB}" type="datetime1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1B92639-8948-4DC4-A950-3B79A5FBFB5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4A765E0-A241-429E-98A1-D768959017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6519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t App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8256000" cy="685800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59" y="515462"/>
            <a:ext cx="5468541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5810400" y="43200"/>
            <a:ext cx="6382800" cy="658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7176000" y="909000"/>
            <a:ext cx="5016000" cy="48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9" name="Subtitle_half_left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0" y="1105200"/>
            <a:ext cx="54872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7AEC9B-7C4E-4E0D-8907-7F75C65AB1FE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BA34D2BE-CED8-4CF3-8FD9-599BB2F5964A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3351AB-F7C5-4B6F-A3C4-0A46840E988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278B27-5FDB-40C9-A127-92DC2686B52D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4D29DE6-2CF4-4730-8029-496F43CE98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78141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44400" y="349200"/>
            <a:ext cx="6148800" cy="5986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459" y="515462"/>
            <a:ext cx="6028441" cy="6001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7493000" y="984250"/>
            <a:ext cx="4699000" cy="4578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0" y="1105200"/>
            <a:ext cx="60587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94B0C7F-6089-4CC6-A439-DBD7704417F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E372DBBF-FBE4-4594-8716-183C31DF091A}" type="datetime1">
              <a:rPr lang="en-US" smtClean="0"/>
              <a:t>12/16/2025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065E0A65-F22C-45B6-B330-436A96D2281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9AF1C68-738B-4327-9E72-76E8227FA9F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33101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67200" y="1652400"/>
            <a:ext cx="7480800" cy="4384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435100" y="2120901"/>
            <a:ext cx="5340349" cy="3346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3DAE7CA-97A1-41B8-9666-C7E486499FD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98F8ED6-B3C7-4BB9-8F59-8BDFBE9142B7}" type="datetime1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5270C28-F864-412E-84CD-7375A78D72F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1E4CDE2-0F2C-4D7D-8CF4-8F169EBB4A3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66855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730400" y="1411200"/>
            <a:ext cx="7930800" cy="469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5861051" y="1911350"/>
            <a:ext cx="5664200" cy="3581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9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EA20858-6B41-4D20-B87D-2EBFB0394C4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A3B8F92-0651-4560-910E-2C37B7012433}" type="datetime1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08CD42F-548C-4A63-BC81-5637E69CB27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7E47BA1-5DA3-48A5-B6C2-7BA79B9A090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81835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ndroid Tablet App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8256000" cy="685800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59" y="515462"/>
            <a:ext cx="5468541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7803000" y="604800"/>
            <a:ext cx="4233600" cy="568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8570698" y="1576372"/>
            <a:ext cx="2787605" cy="37502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5770800" y="36000"/>
            <a:ext cx="4784400" cy="6631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20"/>
          </p:nvPr>
        </p:nvSpPr>
        <p:spPr>
          <a:xfrm>
            <a:off x="6541026" y="1169231"/>
            <a:ext cx="3249949" cy="43722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4" name="Subtitle_half_left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54872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ACAA0F-99E7-42B8-AF32-D3134903CBA1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5F3AFC6F-AECC-4CAF-AB34-8C6BD4B74781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C3873-B063-4B65-A404-851881713D3D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AA0723E-18C9-4D6C-90CF-AF01A8288DB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16427DD6-6ED7-4536-89A5-F5BBC67B551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28476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F12C7-8DA9-4D08-8EAA-B423D8F0D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080D6-ED04-45EF-99CF-090EFDE6A892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DE23E2-D467-4DD8-9EA2-2516AB34B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E243A2-3959-4F3C-B88E-591F9C738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62392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map&#10;&#10;Description automatically generated">
            <a:extLst>
              <a:ext uri="{FF2B5EF4-FFF2-40B4-BE49-F238E27FC236}">
                <a16:creationId xmlns:a16="http://schemas.microsoft.com/office/drawing/2014/main" id="{3A65EC94-BE2A-3543-B216-AEA5C37096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5902" y="5436703"/>
            <a:ext cx="1876011" cy="1000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737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903D77-C38F-48C5-87FE-F7C8BE2BD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B8D99-0A6B-43C9-AABB-29FE685142ED}" type="datetime1">
              <a:rPr lang="en-US" smtClean="0"/>
              <a:t>12/16/2025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8DC488-271F-4DEE-AACE-F311D3F51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937CAC8-F2B9-482A-BCCD-D72DAA6B2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39196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6CF9399-E19A-42AD-9102-574DBF864B8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E253BC9B-DC43-495D-9E3A-5F13B0E5F909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BBE2F4-47F6-4539-98A9-3A6264A0768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C31A64-C2D1-4411-9736-A2771EF72EC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59616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pening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537459" y="2404367"/>
            <a:ext cx="11117083" cy="707886"/>
          </a:xfrm>
        </p:spPr>
        <p:txBody>
          <a:bodyPr/>
          <a:lstStyle>
            <a:lvl1pPr>
              <a:defRPr sz="4000" b="0" i="0" spc="0" baseline="0">
                <a:solidFill>
                  <a:srgbClr val="FFFFFF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647048" y="1849212"/>
            <a:ext cx="1558422" cy="349702"/>
          </a:xfrm>
          <a:prstGeom prst="rect">
            <a:avLst/>
          </a:prstGeom>
          <a:solidFill>
            <a:schemeClr val="accent1"/>
          </a:solidFill>
        </p:spPr>
        <p:txBody>
          <a:bodyPr wrap="none" lIns="324000" tIns="36000" rIns="324000" bIns="36000" anchor="ctr" anchorCtr="0">
            <a:spAutoFit/>
          </a:bodyPr>
          <a:lstStyle>
            <a:lvl1pPr marL="0" indent="0" algn="l">
              <a:lnSpc>
                <a:spcPct val="100000"/>
              </a:lnSpc>
              <a:buNone/>
              <a:defRPr b="0" i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Add Date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F8048B1-5DAF-4827-879E-F41ADFB9C9D8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AC37A52A-1FC1-4254-877D-2FE8E5A38233}" type="datetime1">
              <a:rPr lang="en-US" smtClean="0"/>
              <a:t>12/16/2025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45F7E6-634E-4302-A2B9-6DA5A134AEB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DE372451-3C6B-4494-B90C-F08AA837D4C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 flipV="1">
            <a:off x="619200" y="6437881"/>
            <a:ext cx="11035342" cy="45719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pic>
        <p:nvPicPr>
          <p:cNvPr id="4" name="Picture 3" descr="A close up of a map&#10;&#10;Description automatically generated">
            <a:extLst>
              <a:ext uri="{FF2B5EF4-FFF2-40B4-BE49-F238E27FC236}">
                <a16:creationId xmlns:a16="http://schemas.microsoft.com/office/drawing/2014/main" id="{E7A8D677-4314-A94B-9F47-0876AF2370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1891" y="5129895"/>
            <a:ext cx="2022651" cy="10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81660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peni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351224" y="0"/>
            <a:ext cx="5840776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0" name="Title_half_left"/>
          <p:cNvSpPr>
            <a:spLocks noGrp="1"/>
          </p:cNvSpPr>
          <p:nvPr>
            <p:ph type="title"/>
          </p:nvPr>
        </p:nvSpPr>
        <p:spPr>
          <a:xfrm>
            <a:off x="537458" y="2404367"/>
            <a:ext cx="5440647" cy="1323439"/>
          </a:xfrm>
        </p:spPr>
        <p:txBody>
          <a:bodyPr/>
          <a:lstStyle>
            <a:lvl1pPr>
              <a:defRPr sz="4000" b="0" i="0" spc="0" baseline="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194C0A-E376-41FA-B979-60FD5FBA6D67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A062253-0710-456E-9C37-AC6796BD2E54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8F06B7-3389-4583-B813-C69C60A938F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CB694DF-8E91-4DB6-92E9-CC61AFE0310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flipV="1">
            <a:off x="619200" y="6429600"/>
            <a:ext cx="11037600" cy="5400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03060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81A89-5246-41E7-BC60-CF27AABF3B9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0"/>
            <a:ext cx="12192000" cy="6858000"/>
          </a:xfrm>
          <a:solidFill>
            <a:schemeClr val="accent2">
              <a:alpha val="8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noFill/>
              </a:defRPr>
            </a:lvl1pPr>
            <a:lvl2pPr marL="266700" indent="0">
              <a:buNone/>
              <a:defRPr sz="800">
                <a:noFill/>
              </a:defRPr>
            </a:lvl2pPr>
            <a:lvl3pPr marL="914400" indent="0">
              <a:buNone/>
              <a:defRPr sz="800">
                <a:noFill/>
              </a:defRPr>
            </a:lvl3pPr>
            <a:lvl4pPr marL="1371600" indent="0">
              <a:buNone/>
              <a:defRPr sz="800">
                <a:noFill/>
              </a:defRPr>
            </a:lvl4pPr>
            <a:lvl5pPr marL="1828800" indent="0">
              <a:buNone/>
              <a:defRPr sz="800">
                <a:noFill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A47A3-39AE-4E1A-83F5-286C0C53F32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DC437FFE-D98C-4304-BF05-CDDFA95C608D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248FC3-E567-4D5A-9D27-DF4E3FFC974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F4F30A-590F-4B7F-95E1-ACBB520F846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 descr="A close up of a map&#10;&#10;Description automatically generated">
            <a:extLst>
              <a:ext uri="{FF2B5EF4-FFF2-40B4-BE49-F238E27FC236}">
                <a16:creationId xmlns:a16="http://schemas.microsoft.com/office/drawing/2014/main" id="{FDBF74A6-08FE-CE47-BB3F-F43D1DAC68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2635" y="4975681"/>
            <a:ext cx="2341907" cy="1249017"/>
          </a:xfrm>
          <a:prstGeom prst="rect">
            <a:avLst/>
          </a:prstGeom>
          <a:ln>
            <a:solidFill>
              <a:srgbClr val="414042"/>
            </a:solidFill>
          </a:ln>
        </p:spPr>
      </p:pic>
    </p:spTree>
    <p:extLst>
      <p:ext uri="{BB962C8B-B14F-4D97-AF65-F5344CB8AC3E}">
        <p14:creationId xmlns:p14="http://schemas.microsoft.com/office/powerpoint/2010/main" val="185448592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title with backgroun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0BDA9A5-DEAD-44A6-9EF9-630C3E33D17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0"/>
            <a:ext cx="12192000" cy="6858000"/>
          </a:xfrm>
          <a:solidFill>
            <a:schemeClr val="accent2">
              <a:alpha val="8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noFill/>
              </a:defRPr>
            </a:lvl1pPr>
            <a:lvl2pPr marL="266700" indent="0">
              <a:buNone/>
              <a:defRPr sz="800">
                <a:noFill/>
              </a:defRPr>
            </a:lvl2pPr>
            <a:lvl3pPr marL="914400" indent="0">
              <a:buNone/>
              <a:defRPr sz="800">
                <a:noFill/>
              </a:defRPr>
            </a:lvl3pPr>
            <a:lvl4pPr marL="1371600" indent="0">
              <a:buNone/>
              <a:defRPr sz="800">
                <a:noFill/>
              </a:defRPr>
            </a:lvl4pPr>
            <a:lvl5pPr marL="1828800" indent="0">
              <a:buNone/>
              <a:defRPr sz="800">
                <a:noFill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25D7A3F9-4CE6-4418-91D1-530BA366636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_whit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_whit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4178E80-7C7F-4B2A-B333-017E72971F8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FA47DC1-6609-4951-8954-4122407C2785}" type="datetime1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23CC4A5-D8A8-46CE-86CA-85FBD13C34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1CD2099-9E91-4801-B121-C24EAB09B3F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 descr="A close up of a map&#10;&#10;Description automatically generated">
            <a:extLst>
              <a:ext uri="{FF2B5EF4-FFF2-40B4-BE49-F238E27FC236}">
                <a16:creationId xmlns:a16="http://schemas.microsoft.com/office/drawing/2014/main" id="{6414E2CB-B953-EC4A-A9C9-4FFAB2235A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6078" y="5080706"/>
            <a:ext cx="2043733" cy="1089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8485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background 2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537459" y="515462"/>
            <a:ext cx="11117083" cy="800219"/>
          </a:xfrm>
        </p:spPr>
        <p:txBody>
          <a:bodyPr/>
          <a:lstStyle>
            <a:lvl1pPr>
              <a:defRPr sz="4600" b="0" i="0">
                <a:solidFill>
                  <a:srgbClr val="FFFFFF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80F82D5-4272-47F0-99AE-DB1F40480A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46C6C0F-2A33-4801-964D-72D366FBCB92}" type="datetime1">
              <a:rPr lang="en-US" smtClean="0"/>
              <a:t>12/16/2025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B13454B-6C01-436E-B89E-543635C6F78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BD097A8-C160-4E89-A228-8D8A9EDE5C5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6776F571-BA84-4921-805F-FC0D34746B7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pic>
        <p:nvPicPr>
          <p:cNvPr id="4" name="Picture 3" descr="A picture containing table, stool&#10;&#10;Description automatically generated">
            <a:extLst>
              <a:ext uri="{FF2B5EF4-FFF2-40B4-BE49-F238E27FC236}">
                <a16:creationId xmlns:a16="http://schemas.microsoft.com/office/drawing/2014/main" id="{00D87DA9-6736-7348-9B23-4283374D4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552" y="5753601"/>
            <a:ext cx="25654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90246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bottom with backgroun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" name="Title_big_bottom"/>
          <p:cNvSpPr>
            <a:spLocks noGrp="1"/>
          </p:cNvSpPr>
          <p:nvPr>
            <p:ph type="title"/>
          </p:nvPr>
        </p:nvSpPr>
        <p:spPr>
          <a:xfrm>
            <a:off x="537459" y="4376267"/>
            <a:ext cx="11117083" cy="800219"/>
          </a:xfrm>
        </p:spPr>
        <p:txBody>
          <a:bodyPr/>
          <a:lstStyle>
            <a:lvl1pPr>
              <a:defRPr sz="4600" b="0" i="0">
                <a:solidFill>
                  <a:srgbClr val="FFFFFF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DBEFAB-9DE0-4ADC-8C42-DEF0E83E5EB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627439E-54F0-45C5-921D-89D7EFB6DF9F}" type="datetime1">
              <a:rPr lang="en-US" smtClean="0"/>
              <a:t>12/16/2025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94440DC-6B4E-4A94-91D1-D67631B6AF5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D51FCF1-279E-473C-AE4F-C4282F7DFC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DF59F4E3-4D7E-4010-A75B-90764051483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pic>
        <p:nvPicPr>
          <p:cNvPr id="4" name="Picture 3" descr="A picture containing table, stool&#10;&#10;Description automatically generated">
            <a:extLst>
              <a:ext uri="{FF2B5EF4-FFF2-40B4-BE49-F238E27FC236}">
                <a16:creationId xmlns:a16="http://schemas.microsoft.com/office/drawing/2014/main" id="{15096BA6-BAC1-A54C-9553-DA1DB6E421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9142" y="5729098"/>
            <a:ext cx="25654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41178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enter with 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2242484"/>
            <a:ext cx="11117083" cy="800219"/>
          </a:xfrm>
        </p:spPr>
        <p:txBody>
          <a:bodyPr anchor="t" anchorCtr="0"/>
          <a:lstStyle>
            <a:lvl1pPr algn="ctr">
              <a:lnSpc>
                <a:spcPct val="100000"/>
              </a:lnSpc>
              <a:defRPr sz="46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0398F9-92B9-40BC-A5B0-3E5CA40334C7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833558BB-BB7D-4E96-A537-AD4AA7CEF04D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B9095C-C471-453A-AF85-9F5FAB275A1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A1B894-BF94-4263-8552-08168238AC5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B41ABFA-BED8-483D-A4D5-26249C8BAE0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pic>
        <p:nvPicPr>
          <p:cNvPr id="6" name="Picture 5" descr="A close up of a map&#10;&#10;Description automatically generated">
            <a:extLst>
              <a:ext uri="{FF2B5EF4-FFF2-40B4-BE49-F238E27FC236}">
                <a16:creationId xmlns:a16="http://schemas.microsoft.com/office/drawing/2014/main" id="{DDA7C568-A731-3B40-8ED0-E30684B464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5178" y="5354977"/>
            <a:ext cx="1809364" cy="964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49732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middle with 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2995024"/>
            <a:ext cx="11117083" cy="800219"/>
          </a:xfrm>
        </p:spPr>
        <p:txBody>
          <a:bodyPr anchor="ctr" anchorCtr="0"/>
          <a:lstStyle>
            <a:lvl1pPr algn="ctr">
              <a:lnSpc>
                <a:spcPct val="100000"/>
              </a:lnSpc>
              <a:defRPr sz="46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B923B1-58E0-4DAE-8ED1-6E475B068ABE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7F0B63DA-609C-4E18-9487-F37E37C92C03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1D8D40-3719-4E11-8B4A-B2EFEEBA235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CF192A-F57D-4B11-BA41-989A9771597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ECFD4AC0-2491-4969-B0F1-FEC3BF7575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pic>
        <p:nvPicPr>
          <p:cNvPr id="3" name="Picture 2" descr="A close up of a map&#10;&#10;Description automatically generated">
            <a:extLst>
              <a:ext uri="{FF2B5EF4-FFF2-40B4-BE49-F238E27FC236}">
                <a16:creationId xmlns:a16="http://schemas.microsoft.com/office/drawing/2014/main" id="{45C257C2-5C05-3543-B9A3-B38E42CCDC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2087" y="4886753"/>
            <a:ext cx="2242455" cy="1195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15241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enter with background 2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1188800"/>
            <a:ext cx="11117083" cy="800219"/>
          </a:xfrm>
        </p:spPr>
        <p:txBody>
          <a:bodyPr anchor="t" anchorCtr="0"/>
          <a:lstStyle>
            <a:lvl1pPr algn="ctr">
              <a:lnSpc>
                <a:spcPct val="100000"/>
              </a:lnSpc>
              <a:defRPr sz="46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C35752-42FF-45EB-947E-BBF4EFF3523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C4C9F4FD-22A1-4990-B892-E6864273FEFB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683814-2EBD-42C0-A671-9EB4EE7A774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AB64B1-701B-49FF-B056-491455B27CA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8B16485-3AD0-4995-810B-E99B162CFE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pic>
        <p:nvPicPr>
          <p:cNvPr id="3" name="Picture 2" descr="A picture containing table, stool&#10;&#10;Description automatically generated">
            <a:extLst>
              <a:ext uri="{FF2B5EF4-FFF2-40B4-BE49-F238E27FC236}">
                <a16:creationId xmlns:a16="http://schemas.microsoft.com/office/drawing/2014/main" id="{C9FE1D89-B730-F140-BF3D-60BA9B7626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9142" y="5691263"/>
            <a:ext cx="25654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45904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enter with background 3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1843561"/>
            <a:ext cx="11117083" cy="800219"/>
          </a:xfrm>
        </p:spPr>
        <p:txBody>
          <a:bodyPr anchor="t" anchorCtr="0"/>
          <a:lstStyle>
            <a:lvl1pPr algn="ctr">
              <a:lnSpc>
                <a:spcPct val="100000"/>
              </a:lnSpc>
              <a:defRPr sz="46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71709E-8F89-461F-BBFB-A2DBD1E604C8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B503280A-BE36-41B7-AFDB-63EBA50D76FF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2C1C6E-067C-4F5A-B424-000CB7E68BA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8ED09-8F9E-46F9-B76A-3E44CC3648A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F9D12B9-E67D-4801-BA34-1788E80224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pic>
        <p:nvPicPr>
          <p:cNvPr id="11" name="Picture 10" descr="A picture containing table, stool&#10;&#10;Description automatically generated">
            <a:extLst>
              <a:ext uri="{FF2B5EF4-FFF2-40B4-BE49-F238E27FC236}">
                <a16:creationId xmlns:a16="http://schemas.microsoft.com/office/drawing/2014/main" id="{BEA9A10F-2530-944A-8DB9-26D6B366CC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9142" y="5815097"/>
            <a:ext cx="25654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02378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3001960"/>
            <a:ext cx="11117083" cy="992579"/>
          </a:xfrm>
        </p:spPr>
        <p:txBody>
          <a:bodyPr anchor="t" anchorCtr="0"/>
          <a:lstStyle>
            <a:lvl1pPr algn="ctr">
              <a:lnSpc>
                <a:spcPct val="90000"/>
              </a:lnSpc>
              <a:defRPr sz="65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EADD1E-C3E4-44E6-A02C-7CEF010684C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46C75BA-579D-40BB-A8EC-8C4C5AB546EB}" type="datetime1">
              <a:rPr lang="en-US" smtClean="0"/>
              <a:t>12/16/2025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55E1EA5-3FEC-4D19-9346-9EDFA42CFA9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E23734A-B219-45D8-AB7B-1C03FA91723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448FFF29-5A5D-4B53-9168-6EEF72CB23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pic>
        <p:nvPicPr>
          <p:cNvPr id="3" name="Picture 2" descr="A close up of a map&#10;&#10;Description automatically generated">
            <a:extLst>
              <a:ext uri="{FF2B5EF4-FFF2-40B4-BE49-F238E27FC236}">
                <a16:creationId xmlns:a16="http://schemas.microsoft.com/office/drawing/2014/main" id="{3EA054EA-20D0-8041-B160-1FE2709F10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0347" y="5218741"/>
            <a:ext cx="1764195" cy="940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89911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title &amp; half backgroun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left"/>
          <p:cNvSpPr>
            <a:spLocks noGrp="1"/>
          </p:cNvSpPr>
          <p:nvPr>
            <p:ph type="title"/>
          </p:nvPr>
        </p:nvSpPr>
        <p:spPr>
          <a:xfrm>
            <a:off x="537460" y="515462"/>
            <a:ext cx="5245824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351224" y="0"/>
            <a:ext cx="5840776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4" hasCustomPrompt="1"/>
          </p:nvPr>
        </p:nvSpPr>
        <p:spPr>
          <a:xfrm>
            <a:off x="536401" y="1105200"/>
            <a:ext cx="5258610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3F628F-0268-4F52-B410-AD70434B858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DCFD544-B8C9-4C05-8121-D6494AC6028D}" type="datetime1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4C7E8F7-8B78-49D3-BF6A-45457B31911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33B01D8-AEB6-465F-9707-8E07D0E92AB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A104173-8F4E-41CD-A0C7-E5E4DF137E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93932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half backgroun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right"/>
          <p:cNvSpPr>
            <a:spLocks noGrp="1"/>
          </p:cNvSpPr>
          <p:nvPr userDrawn="1">
            <p:ph type="title"/>
          </p:nvPr>
        </p:nvSpPr>
        <p:spPr>
          <a:xfrm>
            <a:off x="6273801" y="2390232"/>
            <a:ext cx="5380741" cy="1415772"/>
          </a:xfrm>
        </p:spPr>
        <p:txBody>
          <a:bodyPr/>
          <a:lstStyle>
            <a:lvl1pPr>
              <a:defRPr sz="4300" b="0" i="0"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842000" cy="6858000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C515D5-1E46-46BA-AC33-AA231F41A3B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1A99016-EE8A-4865-9A9F-49DCAFAF91EE}" type="datetime1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68A811-E391-4171-B488-B3087DE105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36A7F3-E97F-446E-97F4-D3ECA64F58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B8CCBAEF-66F6-46E1-827C-881AC61E3FF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57423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enter &amp; half backgrou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351224" y="0"/>
            <a:ext cx="5840776" cy="6858000"/>
          </a:xfrm>
          <a:prstGeom prst="rect">
            <a:avLst/>
          </a:prstGeom>
          <a:solidFill>
            <a:schemeClr val="accent5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Title_half_left"/>
          <p:cNvSpPr>
            <a:spLocks noGrp="1"/>
          </p:cNvSpPr>
          <p:nvPr>
            <p:ph type="title"/>
          </p:nvPr>
        </p:nvSpPr>
        <p:spPr>
          <a:xfrm>
            <a:off x="605193" y="2178236"/>
            <a:ext cx="5245825" cy="1508105"/>
          </a:xfrm>
        </p:spPr>
        <p:txBody>
          <a:bodyPr anchor="t" anchorCtr="0"/>
          <a:lstStyle>
            <a:lvl1pPr algn="ctr">
              <a:defRPr sz="4600" b="0" i="0" spc="0" baseline="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0BFCAB-F8D0-4E89-B542-E7DC057220D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DE5D379-904A-4655-AA5E-A5FE836148AC}" type="datetime1">
              <a:rPr lang="en-US" smtClean="0"/>
              <a:t>12/16/2025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9172DCE-7F83-44D2-8A44-188A460B3F8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207C9B-AEFB-4DA4-A7CB-DD26C5E6139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0AFA9FD8-9BA9-4052-A232-3F35EEAFD5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87299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title &amp; half color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left"/>
          <p:cNvSpPr>
            <a:spLocks noGrp="1"/>
          </p:cNvSpPr>
          <p:nvPr>
            <p:ph type="title"/>
          </p:nvPr>
        </p:nvSpPr>
        <p:spPr>
          <a:xfrm>
            <a:off x="537460" y="515462"/>
            <a:ext cx="5245824" cy="600164"/>
          </a:xfrm>
        </p:spPr>
        <p:txBody>
          <a:bodyPr>
            <a:norm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51223" y="0"/>
            <a:ext cx="5840777" cy="6858000"/>
          </a:xfrm>
          <a:prstGeom prst="rect">
            <a:avLst/>
          </a:prstGeom>
          <a:solidFill>
            <a:schemeClr val="bg2"/>
          </a:solidFill>
          <a:ln w="0">
            <a:solidFill>
              <a:schemeClr val="bg2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1" y="1105200"/>
            <a:ext cx="5258610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50361C6-0228-4E22-9DF7-8754BF35FC9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984F870-84DA-4D6E-B68A-A80628F3EBB3}" type="datetime1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894F237-AAE5-497D-98F8-F07CE65ED9C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2597049-9163-42F5-A053-A8D6286E938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4C9E5F47-B314-4667-8B7D-E99CFCAEFAE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77938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6456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3708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88212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0960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2" name="Sub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FA9B5-1658-49F7-AB67-8BEF37DF3F57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B8A2D79D-E478-4F15-9DC2-08BDCDBDA145}" type="datetime1">
              <a:rPr lang="en-US" smtClean="0"/>
              <a:t>12/16/2025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3ADB9510-FC99-4F9C-A8FF-43CF51FB62E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496C0A7-8286-4ADA-A0CC-90C66A5237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4898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859631" y="1683496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715543" y="1683496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571455" y="1683496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5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9427368" y="1683496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859631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7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3715543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8" name="Picture Placeholder 7"/>
          <p:cNvSpPr>
            <a:spLocks noGrp="1"/>
          </p:cNvSpPr>
          <p:nvPr>
            <p:ph type="pic" sz="quarter" idx="18"/>
          </p:nvPr>
        </p:nvSpPr>
        <p:spPr>
          <a:xfrm>
            <a:off x="6571455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9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9427368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21" name="Sub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E9C923-A726-4BBF-9200-72B84222DEA2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160E5C39-2F29-44D4-8A05-FBE9CD388DC1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7876EC-A008-46FF-B4D8-37D42041618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1A8AFD-57D6-4C4A-8739-CCA288232E10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74256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645600" y="1678732"/>
            <a:ext cx="3283462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5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4454268" y="1678732"/>
            <a:ext cx="3283462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20"/>
          </p:nvPr>
        </p:nvSpPr>
        <p:spPr>
          <a:xfrm>
            <a:off x="8262936" y="1678732"/>
            <a:ext cx="3283462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9" name="Sub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C9DA59-2A2F-4B2C-BDF6-6F7E5566D5C9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F61104B5-9D98-42D7-AFFE-82C6070569EE}" type="datetime1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7F92D4A-E29B-465D-B408-6019A2FC01C6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973361D-6091-4AA8-B60C-CE6408A9EB8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17378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238F8B1-55E1-43CF-B733-9F4DF570D48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EBCFFFC-32F0-4F06-8F55-BDF3FAD91993}" type="datetime1">
              <a:rPr lang="en-US" smtClean="0"/>
              <a:t>12/16/2025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BB75BAD-5572-434F-AAE1-89A0FDD0099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4818F1A-CAAB-4689-B21F-EA907A2DCC1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32632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siness Canv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633413" y="1679972"/>
            <a:ext cx="2147365" cy="2771775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2849563" y="1679972"/>
            <a:ext cx="2122487" cy="1355328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2849563" y="3096419"/>
            <a:ext cx="2122487" cy="1355328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040835" y="1679972"/>
            <a:ext cx="2109265" cy="2771775"/>
          </a:xfrm>
          <a:prstGeom prst="rect">
            <a:avLst/>
          </a:prstGeom>
          <a:solidFill>
            <a:schemeClr val="accent2"/>
          </a:solidFill>
          <a:ln w="0">
            <a:solidFill>
              <a:schemeClr val="accent2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7218885" y="1679972"/>
            <a:ext cx="2122487" cy="1355328"/>
          </a:xfrm>
          <a:prstGeom prst="rect">
            <a:avLst/>
          </a:prstGeom>
          <a:solidFill>
            <a:schemeClr val="accent3"/>
          </a:solidFill>
          <a:ln w="0">
            <a:solidFill>
              <a:schemeClr val="accent3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218885" y="3096419"/>
            <a:ext cx="2122487" cy="1355328"/>
          </a:xfrm>
          <a:prstGeom prst="rect">
            <a:avLst/>
          </a:prstGeom>
          <a:solidFill>
            <a:schemeClr val="accent3"/>
          </a:solidFill>
          <a:ln w="0">
            <a:solidFill>
              <a:schemeClr val="accent3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9412280" y="1679972"/>
            <a:ext cx="2147365" cy="2771775"/>
          </a:xfrm>
          <a:prstGeom prst="rect">
            <a:avLst/>
          </a:prstGeom>
          <a:solidFill>
            <a:schemeClr val="accent3"/>
          </a:solidFill>
          <a:ln w="0">
            <a:solidFill>
              <a:schemeClr val="accent3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3413" y="4514865"/>
            <a:ext cx="5430837" cy="1521985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9"/>
          </p:nvPr>
        </p:nvSpPr>
        <p:spPr>
          <a:xfrm>
            <a:off x="6128808" y="4514865"/>
            <a:ext cx="5430837" cy="1521985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5" name="Sub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1C76EB7D-C55C-40C6-869B-E6CA6720DF69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7ED69BEC-FEEB-48C5-BB50-F477F1B8FC48}" type="datetime1">
              <a:rPr lang="en-US" smtClean="0"/>
              <a:t>12/16/2025</a:t>
            </a:fld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64F2EC9A-D15E-4441-B560-0718DDC1AD87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C97EC291-EC8F-4F03-85BF-3F568FFEECA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89978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enter &amp; top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42516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Title_center_white"/>
          <p:cNvSpPr>
            <a:spLocks noGrp="1"/>
          </p:cNvSpPr>
          <p:nvPr>
            <p:ph type="title"/>
          </p:nvPr>
        </p:nvSpPr>
        <p:spPr>
          <a:xfrm>
            <a:off x="537459" y="1393077"/>
            <a:ext cx="11117083" cy="854080"/>
          </a:xfrm>
        </p:spPr>
        <p:txBody>
          <a:bodyPr/>
          <a:lstStyle>
            <a:lvl1pPr algn="ctr">
              <a:lnSpc>
                <a:spcPct val="90000"/>
              </a:lnSpc>
              <a:defRPr sz="5500" b="0" i="0">
                <a:solidFill>
                  <a:srgbClr val="FFFFFF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39C9BD-6F90-4915-A3FD-AFCFCCFE34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31161FA-9A19-4F7D-976A-9ADFCA0A891B}" type="datetime1">
              <a:rPr lang="en-US" smtClean="0"/>
              <a:t>12/16/2025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F6CA49-CCC6-45EA-8782-AD39BBBCD51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B88E1F-AD8E-42D7-9679-27A6449CACE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02632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top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4251325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6" name="Title_white"/>
          <p:cNvSpPr>
            <a:spLocks noGrp="1"/>
          </p:cNvSpPr>
          <p:nvPr>
            <p:ph type="title"/>
          </p:nvPr>
        </p:nvSpPr>
        <p:spPr>
          <a:xfrm>
            <a:off x="537459" y="515462"/>
            <a:ext cx="11117083" cy="60016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_white"/>
          <p:cNvSpPr>
            <a:spLocks noGrp="1"/>
          </p:cNvSpPr>
          <p:nvPr>
            <p:ph type="body" sz="quarter" idx="14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3B142DC-A7E2-4BF8-8E37-C5A3943C895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87B1ED7-2C28-4272-AD3D-7D2846BC8CEC}" type="datetime1">
              <a:rPr lang="en-US" smtClean="0"/>
              <a:t>12/16/2025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CFD878-579B-46FE-AC17-34CE591C44A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7097CE-E742-4C14-B977-226002FE1FA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4359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4251960"/>
          </a:xfrm>
          <a:prstGeom prst="rect">
            <a:avLst/>
          </a:prstGeom>
          <a:solidFill>
            <a:schemeClr val="bg2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_bottom"/>
          <p:cNvSpPr>
            <a:spLocks noGrp="1"/>
          </p:cNvSpPr>
          <p:nvPr>
            <p:ph type="title"/>
          </p:nvPr>
        </p:nvSpPr>
        <p:spPr>
          <a:xfrm>
            <a:off x="447288" y="4702149"/>
            <a:ext cx="3555570" cy="1107996"/>
          </a:xfrm>
        </p:spPr>
        <p:txBody>
          <a:bodyPr/>
          <a:lstStyle>
            <a:lvl1pPr algn="r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EE43E7-0523-40E7-AD1F-B01E2EB6115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453269E-BC2F-418E-9F0D-E3DA4730308B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F822E9-12C2-40DB-9FD9-28B1289D837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240DF5-11E0-44FB-8A1B-8E55CB9E12C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09765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ottom with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ottom"/>
          <p:cNvSpPr>
            <a:spLocks noGrp="1"/>
          </p:cNvSpPr>
          <p:nvPr>
            <p:ph type="title"/>
          </p:nvPr>
        </p:nvSpPr>
        <p:spPr>
          <a:xfrm>
            <a:off x="447288" y="4702149"/>
            <a:ext cx="3555570" cy="1107996"/>
          </a:xfrm>
        </p:spPr>
        <p:txBody>
          <a:bodyPr/>
          <a:lstStyle>
            <a:lvl1pPr algn="r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 Placeholder 5"/>
          <p:cNvSpPr>
            <a:spLocks noGrp="1"/>
          </p:cNvSpPr>
          <p:nvPr>
            <p:ph type="media" sz="quarter" idx="12"/>
          </p:nvPr>
        </p:nvSpPr>
        <p:spPr>
          <a:xfrm>
            <a:off x="0" y="0"/>
            <a:ext cx="12192000" cy="4251325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37C43B-6163-456E-BFB2-5796F5645B8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0FF48F6D-321E-4DB4-9118-9B5DB55AA0FA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979CD6-74AC-4238-9B81-981C9D3DC37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2F0F64-55AD-4D6C-978B-4B98F0260D7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02317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pp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459" y="515462"/>
            <a:ext cx="10958541" cy="6001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8931000" y="1540800"/>
            <a:ext cx="2790000" cy="4714509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9440814" y="2440800"/>
            <a:ext cx="1770372" cy="294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6141000" y="1539000"/>
            <a:ext cx="2790000" cy="4714509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650814" y="2440800"/>
            <a:ext cx="1770372" cy="294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7356000" y="1211170"/>
            <a:ext cx="3150000" cy="5322830"/>
          </a:xfrm>
          <a:prstGeom prst="rect">
            <a:avLst/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7931597" y="2217364"/>
            <a:ext cx="1998806" cy="33104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3" name="Subtitle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70AD530-01B0-422C-B46F-148EFDB8DB70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2DB8A73B-A45E-4D15-9D7F-91D5AE1E2C51}" type="datetime1">
              <a:rPr lang="en-US" smtClean="0"/>
              <a:t>12/16/2025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EBDE4ED-7B31-4BCD-9E60-51116893946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FDA674F-1629-4A9C-8B84-E2AE171B816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79504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pp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2366964"/>
            <a:ext cx="12192000" cy="1909762"/>
          </a:xfrm>
          <a:prstGeom prst="rect">
            <a:avLst/>
          </a:prstGeom>
          <a:solidFill>
            <a:schemeClr val="bg2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1146000" y="1360800"/>
            <a:ext cx="2295000" cy="3960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561000" y="21168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7"/>
          </p:nvPr>
        </p:nvSpPr>
        <p:spPr>
          <a:xfrm>
            <a:off x="4926000" y="1360800"/>
            <a:ext cx="2295000" cy="3960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28"/>
          </p:nvPr>
        </p:nvSpPr>
        <p:spPr>
          <a:xfrm>
            <a:off x="5346000" y="21168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9"/>
          </p:nvPr>
        </p:nvSpPr>
        <p:spPr>
          <a:xfrm>
            <a:off x="8751000" y="1360800"/>
            <a:ext cx="2295000" cy="3960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3" name="Picture Placeholder 8"/>
          <p:cNvSpPr>
            <a:spLocks noGrp="1"/>
          </p:cNvSpPr>
          <p:nvPr>
            <p:ph type="pic" sz="quarter" idx="30"/>
          </p:nvPr>
        </p:nvSpPr>
        <p:spPr>
          <a:xfrm>
            <a:off x="9169200" y="21168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2" name="Subtitle"/>
          <p:cNvSpPr>
            <a:spLocks noGrp="1"/>
          </p:cNvSpPr>
          <p:nvPr>
            <p:ph type="body" sz="quarter" idx="31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B45B447-70A5-4E37-B0FE-71D7D1436C13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6D65A007-D86D-4219-BFBE-06F03D333E37}" type="datetime1">
              <a:rPr lang="en-US" smtClean="0"/>
              <a:t>12/16/2025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58A7322-C0CE-440C-A0B7-63EDC4E032A7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C88C7B-844E-45C0-879F-EFA0D028048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11029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pp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441000" y="1224000"/>
            <a:ext cx="3015000" cy="5266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985346" y="2217600"/>
            <a:ext cx="1926309" cy="3290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5736000" y="1224000"/>
            <a:ext cx="3015000" cy="5266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280346" y="2217600"/>
            <a:ext cx="1926309" cy="3290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" name="Sub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0713D0F-BF07-46BA-83DD-1625994D4104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B1489D3A-1DBC-415F-A68C-6CCAF3D1FB41}" type="datetime1">
              <a:rPr lang="en-US" smtClean="0"/>
              <a:t>12/16/2025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5D3AE7C-13BE-4C7C-BA7E-E9B2F42C345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3EAD434-5575-4258-ACE6-4C8BAF8F027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37118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bile App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874400" y="1134000"/>
            <a:ext cx="2559600" cy="4510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5FE163-4071-4FD9-9D13-10E3756E14E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13430F1-2E48-4B0F-AEF4-BAC40EE5767B}" type="datetime1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4DC387-1F58-4FE4-9C85-01FFA87553C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946FF1-4E8B-4A5B-907A-11637792592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F3BD562-A815-4588-BC59-90027B93D6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15975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bile App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50000" y="0"/>
            <a:ext cx="5842000" cy="6858000"/>
          </a:xfrm>
          <a:prstGeom prst="rect">
            <a:avLst/>
          </a:prstGeom>
        </p:spPr>
      </p:pic>
      <p:sp>
        <p:nvSpPr>
          <p:cNvPr id="14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8287200" y="1134000"/>
            <a:ext cx="2347200" cy="4185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59" y="515462"/>
            <a:ext cx="5468541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0" y="1105200"/>
            <a:ext cx="54872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13D6DE2-E423-4CE6-8A23-CEB5E3AC67C9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511EFD9C-786C-4C30-A420-96F9C654ED01}" type="datetime1">
              <a:rPr lang="en-US" smtClean="0"/>
              <a:t>12/16/2025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00C9257-6983-4160-8147-B48F26E945B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E1CB5E-8401-4C93-AEDC-530012FC211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1501E7F6-59BF-402A-A9EA-91EE4420095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43041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pp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665600" y="1249200"/>
            <a:ext cx="2862000" cy="5194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5188194" y="2242800"/>
            <a:ext cx="1818000" cy="32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F6F0B41-135D-4F39-A84B-9AE2AB1C4E8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7AE0558-0C5C-46B3-BF40-9BC2E701048D}" type="datetime1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D04BED3-254D-45D7-8B0B-53626426AA1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F06A280-E5CC-4567-8C00-73F6E3945EF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4183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t App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8256000" cy="685800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59" y="515462"/>
            <a:ext cx="5468541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7803000" y="604800"/>
            <a:ext cx="4233600" cy="568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8570698" y="1576372"/>
            <a:ext cx="2787605" cy="37502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5770800" y="36000"/>
            <a:ext cx="4784400" cy="6631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20"/>
          </p:nvPr>
        </p:nvSpPr>
        <p:spPr>
          <a:xfrm>
            <a:off x="6541026" y="1169231"/>
            <a:ext cx="3249949" cy="43722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4" name="Subtitle_half_left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54872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EBF27E-B53B-4EEE-919A-6D07376F1D74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6131B849-E525-40D0-BF42-AAC5B32DC5C4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CACEA-FF81-4900-A2D9-643058B021F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3D3905F-89D3-4FA9-A334-DD50EDFB26F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884CDFC2-3814-49AD-9B88-6DF5E3C491D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69145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t App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222800" y="1263600"/>
            <a:ext cx="3758400" cy="5209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4825585" y="2152650"/>
            <a:ext cx="2553531" cy="3435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09BD8C1-F0EB-4A5A-9881-B1C4860E9DF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F2ECA7A-5799-4CF9-AFD1-8FAE76C73FAB}" type="datetime1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1B92639-8948-4DC4-A950-3B79A5FBFB5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4A765E0-A241-429E-98A1-D768959017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272323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t App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8256000" cy="685800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59" y="515462"/>
            <a:ext cx="5468541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5810400" y="43200"/>
            <a:ext cx="6382800" cy="658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7176000" y="909000"/>
            <a:ext cx="5016000" cy="48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9" name="Subtitle_half_left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0" y="1105200"/>
            <a:ext cx="54872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7AEC9B-7C4E-4E0D-8907-7F75C65AB1FE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BA34D2BE-CED8-4CF3-8FD9-599BB2F5964A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3351AB-F7C5-4B6F-A3C4-0A46840E988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278B27-5FDB-40C9-A127-92DC2686B52D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4D29DE6-2CF4-4730-8029-496F43CE98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07540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44400" y="349200"/>
            <a:ext cx="6148800" cy="5986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459" y="515462"/>
            <a:ext cx="6028441" cy="6001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7493000" y="984250"/>
            <a:ext cx="4699000" cy="4578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0" y="1105200"/>
            <a:ext cx="60587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94B0C7F-6089-4CC6-A439-DBD7704417F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E372DBBF-FBE4-4594-8716-183C31DF091A}" type="datetime1">
              <a:rPr lang="en-US" smtClean="0"/>
              <a:t>12/16/2025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065E0A65-F22C-45B6-B330-436A96D2281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9AF1C68-738B-4327-9E72-76E8227FA9F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656888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67200" y="1652400"/>
            <a:ext cx="7480800" cy="4384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435100" y="2120901"/>
            <a:ext cx="5340349" cy="3346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3DAE7CA-97A1-41B8-9666-C7E486499FD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98F8ED6-B3C7-4BB9-8F59-8BDFBE9142B7}" type="datetime1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5270C28-F864-412E-84CD-7375A78D72F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1E4CDE2-0F2C-4D7D-8CF4-8F169EBB4A3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822427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730400" y="1411200"/>
            <a:ext cx="7930800" cy="469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5861051" y="1911350"/>
            <a:ext cx="5664200" cy="3581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9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EA20858-6B41-4D20-B87D-2EBFB0394C4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A3B8F92-0651-4560-910E-2C37B7012433}" type="datetime1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08CD42F-548C-4A63-BC81-5637E69CB27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7E47BA1-5DA3-48A5-B6C2-7BA79B9A090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56968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ndroid Tablet App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8256000" cy="685800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59" y="515462"/>
            <a:ext cx="5468541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7803000" y="604800"/>
            <a:ext cx="4233600" cy="568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8570698" y="1576372"/>
            <a:ext cx="2787605" cy="37502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5770800" y="36000"/>
            <a:ext cx="4784400" cy="6631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20"/>
          </p:nvPr>
        </p:nvSpPr>
        <p:spPr>
          <a:xfrm>
            <a:off x="6541026" y="1169231"/>
            <a:ext cx="3249949" cy="43722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4" name="Subtitle_half_left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54872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ACAA0F-99E7-42B8-AF32-D3134903CBA1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5F3AFC6F-AECC-4CAF-AB34-8C6BD4B74781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C3873-B063-4B65-A404-851881713D3D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AA0723E-18C9-4D6C-90CF-AF01A8288DB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16427DD6-6ED7-4536-89A5-F5BBC67B551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60840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F12C7-8DA9-4D08-8EAA-B423D8F0D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080D6-ED04-45EF-99CF-090EFDE6A892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DE23E2-D467-4DD8-9EA2-2516AB34B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E243A2-3959-4F3C-B88E-591F9C738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633501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8952314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903D77-C38F-48C5-87FE-F7C8BE2BD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B8D99-0A6B-43C9-AABB-29FE685142ED}" type="datetime1">
              <a:rPr lang="en-US" smtClean="0"/>
              <a:t>12/16/2025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8DC488-271F-4DEE-AACE-F311D3F51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937CAC8-F2B9-482A-BCCD-D72DAA6B2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474714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6CF9399-E19A-42AD-9102-574DBF864B8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E253BC9B-DC43-495D-9E3A-5F13B0E5F909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BBE2F4-47F6-4539-98A9-3A6264A0768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C31A64-C2D1-4411-9736-A2771EF72EC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295142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pen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537459" y="2404367"/>
            <a:ext cx="11117083" cy="707886"/>
          </a:xfrm>
        </p:spPr>
        <p:txBody>
          <a:bodyPr/>
          <a:lstStyle>
            <a:lvl1pPr>
              <a:defRPr sz="4000" b="0" i="0" spc="0" baseline="0">
                <a:solidFill>
                  <a:srgbClr val="FFFFFF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647048" y="1849212"/>
            <a:ext cx="1558422" cy="349702"/>
          </a:xfrm>
          <a:prstGeom prst="rect">
            <a:avLst/>
          </a:prstGeom>
          <a:solidFill>
            <a:schemeClr val="accent1"/>
          </a:solidFill>
        </p:spPr>
        <p:txBody>
          <a:bodyPr wrap="none" lIns="324000" tIns="36000" rIns="324000" bIns="36000" anchor="ctr" anchorCtr="0">
            <a:spAutoFit/>
          </a:bodyPr>
          <a:lstStyle>
            <a:lvl1pPr marL="0" indent="0" algn="l">
              <a:lnSpc>
                <a:spcPct val="100000"/>
              </a:lnSpc>
              <a:buNone/>
              <a:defRPr b="0" i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Add Date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F8048B1-5DAF-4827-879E-F41ADFB9C9D8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AC37A52A-1FC1-4254-877D-2FE8E5A38233}" type="datetime1">
              <a:rPr lang="en-US" smtClean="0"/>
              <a:t>12/16/2025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45F7E6-634E-4302-A2B9-6DA5A134AEB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DE372451-3C6B-4494-B90C-F08AA837D4C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 flipV="1">
            <a:off x="619200" y="6437881"/>
            <a:ext cx="11035342" cy="45719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679766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peni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351224" y="0"/>
            <a:ext cx="5840776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0" name="Title_half_left"/>
          <p:cNvSpPr>
            <a:spLocks noGrp="1"/>
          </p:cNvSpPr>
          <p:nvPr>
            <p:ph type="title"/>
          </p:nvPr>
        </p:nvSpPr>
        <p:spPr>
          <a:xfrm>
            <a:off x="537458" y="2404367"/>
            <a:ext cx="5440647" cy="1323439"/>
          </a:xfrm>
        </p:spPr>
        <p:txBody>
          <a:bodyPr/>
          <a:lstStyle>
            <a:lvl1pPr>
              <a:defRPr sz="4000" b="0" i="0" spc="0" baseline="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194C0A-E376-41FA-B979-60FD5FBA6D67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A062253-0710-456E-9C37-AC6796BD2E54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8F06B7-3389-4583-B813-C69C60A938F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CB694DF-8E91-4DB6-92E9-CC61AFE0310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flipV="1">
            <a:off x="619200" y="6429600"/>
            <a:ext cx="11037600" cy="5400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148393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81A89-5246-41E7-BC60-CF27AABF3B9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0"/>
            <a:ext cx="12192000" cy="6858000"/>
          </a:xfrm>
          <a:solidFill>
            <a:schemeClr val="accent2">
              <a:alpha val="8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noFill/>
              </a:defRPr>
            </a:lvl1pPr>
            <a:lvl2pPr marL="266700" indent="0">
              <a:buNone/>
              <a:defRPr sz="800">
                <a:noFill/>
              </a:defRPr>
            </a:lvl2pPr>
            <a:lvl3pPr marL="914400" indent="0">
              <a:buNone/>
              <a:defRPr sz="800">
                <a:noFill/>
              </a:defRPr>
            </a:lvl3pPr>
            <a:lvl4pPr marL="1371600" indent="0">
              <a:buNone/>
              <a:defRPr sz="800">
                <a:noFill/>
              </a:defRPr>
            </a:lvl4pPr>
            <a:lvl5pPr marL="1828800" indent="0">
              <a:buNone/>
              <a:defRPr sz="800">
                <a:noFill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A47A3-39AE-4E1A-83F5-286C0C53F32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DC437FFE-D98C-4304-BF05-CDDFA95C608D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248FC3-E567-4D5A-9D27-DF4E3FFC974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F4F30A-590F-4B7F-95E1-ACBB520F846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80114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title with backgroun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0BDA9A5-DEAD-44A6-9EF9-630C3E33D17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0"/>
            <a:ext cx="12192000" cy="6858000"/>
          </a:xfrm>
          <a:solidFill>
            <a:schemeClr val="accent2">
              <a:alpha val="8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noFill/>
              </a:defRPr>
            </a:lvl1pPr>
            <a:lvl2pPr marL="266700" indent="0">
              <a:buNone/>
              <a:defRPr sz="800">
                <a:noFill/>
              </a:defRPr>
            </a:lvl2pPr>
            <a:lvl3pPr marL="914400" indent="0">
              <a:buNone/>
              <a:defRPr sz="800">
                <a:noFill/>
              </a:defRPr>
            </a:lvl3pPr>
            <a:lvl4pPr marL="1371600" indent="0">
              <a:buNone/>
              <a:defRPr sz="800">
                <a:noFill/>
              </a:defRPr>
            </a:lvl4pPr>
            <a:lvl5pPr marL="1828800" indent="0">
              <a:buNone/>
              <a:defRPr sz="800">
                <a:noFill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25D7A3F9-4CE6-4418-91D1-530BA366636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_whit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_whit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4178E80-7C7F-4B2A-B333-017E72971F8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FA47DC1-6609-4951-8954-4122407C2785}" type="datetime1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23CC4A5-D8A8-46CE-86CA-85FBD13C34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1CD2099-9E91-4801-B121-C24EAB09B3F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413775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background 2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537459" y="515462"/>
            <a:ext cx="11117083" cy="800219"/>
          </a:xfrm>
        </p:spPr>
        <p:txBody>
          <a:bodyPr/>
          <a:lstStyle>
            <a:lvl1pPr>
              <a:defRPr sz="4600" b="0" i="0">
                <a:solidFill>
                  <a:srgbClr val="FFFFFF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80F82D5-4272-47F0-99AE-DB1F40480A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46C6C0F-2A33-4801-964D-72D366FBCB92}" type="datetime1">
              <a:rPr lang="en-US" smtClean="0"/>
              <a:t>12/16/2025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B13454B-6C01-436E-B89E-543635C6F78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BD097A8-C160-4E89-A228-8D8A9EDE5C5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6776F571-BA84-4921-805F-FC0D34746B7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03824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bottom with backgroun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" name="Title_big_bottom"/>
          <p:cNvSpPr>
            <a:spLocks noGrp="1"/>
          </p:cNvSpPr>
          <p:nvPr>
            <p:ph type="title"/>
          </p:nvPr>
        </p:nvSpPr>
        <p:spPr>
          <a:xfrm>
            <a:off x="537459" y="4376267"/>
            <a:ext cx="11117083" cy="800219"/>
          </a:xfrm>
        </p:spPr>
        <p:txBody>
          <a:bodyPr/>
          <a:lstStyle>
            <a:lvl1pPr>
              <a:defRPr sz="4600" b="0" i="0">
                <a:solidFill>
                  <a:srgbClr val="FFFFFF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DBEFAB-9DE0-4ADC-8C42-DEF0E83E5EB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627439E-54F0-45C5-921D-89D7EFB6DF9F}" type="datetime1">
              <a:rPr lang="en-US" smtClean="0"/>
              <a:t>12/16/2025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94440DC-6B4E-4A94-91D1-D67631B6AF5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D51FCF1-279E-473C-AE4F-C4282F7DFC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DF59F4E3-4D7E-4010-A75B-90764051483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568472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enter with 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2242484"/>
            <a:ext cx="11117083" cy="800219"/>
          </a:xfrm>
        </p:spPr>
        <p:txBody>
          <a:bodyPr anchor="t" anchorCtr="0"/>
          <a:lstStyle>
            <a:lvl1pPr algn="ctr">
              <a:lnSpc>
                <a:spcPct val="100000"/>
              </a:lnSpc>
              <a:defRPr sz="46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0398F9-92B9-40BC-A5B0-3E5CA40334C7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833558BB-BB7D-4E96-A537-AD4AA7CEF04D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B9095C-C471-453A-AF85-9F5FAB275A1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A1B894-BF94-4263-8552-08168238AC5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B41ABFA-BED8-483D-A4D5-26249C8BAE0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985369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middle with 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2995024"/>
            <a:ext cx="11117083" cy="800219"/>
          </a:xfrm>
        </p:spPr>
        <p:txBody>
          <a:bodyPr anchor="ctr" anchorCtr="0"/>
          <a:lstStyle>
            <a:lvl1pPr algn="ctr">
              <a:lnSpc>
                <a:spcPct val="100000"/>
              </a:lnSpc>
              <a:defRPr sz="46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B923B1-58E0-4DAE-8ED1-6E475B068ABE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7F0B63DA-609C-4E18-9487-F37E37C92C03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1D8D40-3719-4E11-8B4A-B2EFEEBA235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CF192A-F57D-4B11-BA41-989A9771597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ECFD4AC0-2491-4969-B0F1-FEC3BF7575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656649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enter with background 2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1188800"/>
            <a:ext cx="11117083" cy="800219"/>
          </a:xfrm>
        </p:spPr>
        <p:txBody>
          <a:bodyPr anchor="t" anchorCtr="0"/>
          <a:lstStyle>
            <a:lvl1pPr algn="ctr">
              <a:lnSpc>
                <a:spcPct val="100000"/>
              </a:lnSpc>
              <a:defRPr sz="46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C35752-42FF-45EB-947E-BBF4EFF3523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C4C9F4FD-22A1-4990-B892-E6864273FEFB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683814-2EBD-42C0-A671-9EB4EE7A774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AB64B1-701B-49FF-B056-491455B27CA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8B16485-3AD0-4995-810B-E99B162CFE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248153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enter with background 3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1843561"/>
            <a:ext cx="11117083" cy="800219"/>
          </a:xfrm>
        </p:spPr>
        <p:txBody>
          <a:bodyPr anchor="t" anchorCtr="0"/>
          <a:lstStyle>
            <a:lvl1pPr algn="ctr">
              <a:lnSpc>
                <a:spcPct val="100000"/>
              </a:lnSpc>
              <a:defRPr sz="46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71709E-8F89-461F-BBFB-A2DBD1E604C8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B503280A-BE36-41B7-AFDB-63EBA50D76FF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2C1C6E-067C-4F5A-B424-000CB7E68BA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8ED09-8F9E-46F9-B76A-3E44CC3648A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F9D12B9-E67D-4801-BA34-1788E80224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07259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3001960"/>
            <a:ext cx="11117083" cy="992579"/>
          </a:xfrm>
        </p:spPr>
        <p:txBody>
          <a:bodyPr anchor="t" anchorCtr="0"/>
          <a:lstStyle>
            <a:lvl1pPr algn="ctr">
              <a:lnSpc>
                <a:spcPct val="90000"/>
              </a:lnSpc>
              <a:defRPr sz="65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EADD1E-C3E4-44E6-A02C-7CEF010684C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46C75BA-579D-40BB-A8EC-8C4C5AB546EB}" type="datetime1">
              <a:rPr lang="en-US" smtClean="0"/>
              <a:t>12/16/2025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55E1EA5-3FEC-4D19-9346-9EDFA42CFA9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E23734A-B219-45D8-AB7B-1C03FA91723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448FFF29-5A5D-4B53-9168-6EEF72CB23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573882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title &amp; half backgroun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left"/>
          <p:cNvSpPr>
            <a:spLocks noGrp="1"/>
          </p:cNvSpPr>
          <p:nvPr>
            <p:ph type="title"/>
          </p:nvPr>
        </p:nvSpPr>
        <p:spPr>
          <a:xfrm>
            <a:off x="537460" y="515462"/>
            <a:ext cx="5245824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351224" y="0"/>
            <a:ext cx="5840776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4" hasCustomPrompt="1"/>
          </p:nvPr>
        </p:nvSpPr>
        <p:spPr>
          <a:xfrm>
            <a:off x="536401" y="1105200"/>
            <a:ext cx="5258610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3F628F-0268-4F52-B410-AD70434B858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DCFD544-B8C9-4C05-8121-D6494AC6028D}" type="datetime1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4C7E8F7-8B78-49D3-BF6A-45457B31911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33B01D8-AEB6-465F-9707-8E07D0E92AB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A104173-8F4E-41CD-A0C7-E5E4DF137E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670362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half backgroun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right"/>
          <p:cNvSpPr>
            <a:spLocks noGrp="1"/>
          </p:cNvSpPr>
          <p:nvPr userDrawn="1">
            <p:ph type="title"/>
          </p:nvPr>
        </p:nvSpPr>
        <p:spPr>
          <a:xfrm>
            <a:off x="6273801" y="2390232"/>
            <a:ext cx="5380741" cy="1415772"/>
          </a:xfrm>
        </p:spPr>
        <p:txBody>
          <a:bodyPr/>
          <a:lstStyle>
            <a:lvl1pPr>
              <a:defRPr sz="4300" b="0" i="0"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842000" cy="6858000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C515D5-1E46-46BA-AC33-AA231F41A3B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1A99016-EE8A-4865-9A9F-49DCAFAF91EE}" type="datetime1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68A811-E391-4171-B488-B3087DE105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36A7F3-E97F-446E-97F4-D3ECA64F58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B8CCBAEF-66F6-46E1-827C-881AC61E3FF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004110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enter &amp; half backgrou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351224" y="0"/>
            <a:ext cx="5840776" cy="6858000"/>
          </a:xfrm>
          <a:prstGeom prst="rect">
            <a:avLst/>
          </a:prstGeom>
          <a:solidFill>
            <a:schemeClr val="accent5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Title_half_left"/>
          <p:cNvSpPr>
            <a:spLocks noGrp="1"/>
          </p:cNvSpPr>
          <p:nvPr>
            <p:ph type="title"/>
          </p:nvPr>
        </p:nvSpPr>
        <p:spPr>
          <a:xfrm>
            <a:off x="605193" y="2178236"/>
            <a:ext cx="5245825" cy="1508105"/>
          </a:xfrm>
        </p:spPr>
        <p:txBody>
          <a:bodyPr anchor="t" anchorCtr="0"/>
          <a:lstStyle>
            <a:lvl1pPr algn="ctr">
              <a:defRPr sz="4600" b="0" i="0" spc="0" baseline="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0BFCAB-F8D0-4E89-B542-E7DC057220D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DE5D379-904A-4655-AA5E-A5FE836148AC}" type="datetime1">
              <a:rPr lang="en-US" smtClean="0"/>
              <a:t>12/16/2025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9172DCE-7F83-44D2-8A44-188A460B3F8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207C9B-AEFB-4DA4-A7CB-DD26C5E6139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0AFA9FD8-9BA9-4052-A232-3F35EEAFD5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79585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title &amp; half color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left"/>
          <p:cNvSpPr>
            <a:spLocks noGrp="1"/>
          </p:cNvSpPr>
          <p:nvPr>
            <p:ph type="title"/>
          </p:nvPr>
        </p:nvSpPr>
        <p:spPr>
          <a:xfrm>
            <a:off x="537460" y="515462"/>
            <a:ext cx="5245824" cy="600164"/>
          </a:xfrm>
        </p:spPr>
        <p:txBody>
          <a:bodyPr>
            <a:norm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51223" y="0"/>
            <a:ext cx="5840777" cy="6858000"/>
          </a:xfrm>
          <a:prstGeom prst="rect">
            <a:avLst/>
          </a:prstGeom>
          <a:solidFill>
            <a:schemeClr val="bg2"/>
          </a:solidFill>
          <a:ln w="0">
            <a:solidFill>
              <a:schemeClr val="bg2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1" y="1105200"/>
            <a:ext cx="5258610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50361C6-0228-4E22-9DF7-8754BF35FC9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984F870-84DA-4D6E-B68A-A80628F3EBB3}" type="datetime1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894F237-AAE5-497D-98F8-F07CE65ED9C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2597049-9163-42F5-A053-A8D6286E938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4C9E5F47-B314-4667-8B7D-E99CFCAEFAE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605319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6456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3708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88212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0960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2" name="Sub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FA9B5-1658-49F7-AB67-8BEF37DF3F57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B8A2D79D-E478-4F15-9DC2-08BDCDBDA145}" type="datetime1">
              <a:rPr lang="en-US" smtClean="0"/>
              <a:t>12/16/2025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3ADB9510-FC99-4F9C-A8FF-43CF51FB62E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496C0A7-8286-4ADA-A0CC-90C66A5237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621468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859631" y="1683496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715543" y="1683496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571455" y="1683496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5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9427368" y="1683496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859631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7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3715543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8" name="Picture Placeholder 7"/>
          <p:cNvSpPr>
            <a:spLocks noGrp="1"/>
          </p:cNvSpPr>
          <p:nvPr>
            <p:ph type="pic" sz="quarter" idx="18"/>
          </p:nvPr>
        </p:nvSpPr>
        <p:spPr>
          <a:xfrm>
            <a:off x="6571455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9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9427368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21" name="Sub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E9C923-A726-4BBF-9200-72B84222DEA2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160E5C39-2F29-44D4-8A05-FBE9CD388DC1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7876EC-A008-46FF-B4D8-37D42041618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1A8AFD-57D6-4C4A-8739-CCA288232E10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284233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645600" y="1678732"/>
            <a:ext cx="3283462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5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4454268" y="1678732"/>
            <a:ext cx="3283462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20"/>
          </p:nvPr>
        </p:nvSpPr>
        <p:spPr>
          <a:xfrm>
            <a:off x="8262936" y="1678732"/>
            <a:ext cx="3283462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9" name="Sub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C9DA59-2A2F-4B2C-BDF6-6F7E5566D5C9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F61104B5-9D98-42D7-AFFE-82C6070569EE}" type="datetime1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7F92D4A-E29B-465D-B408-6019A2FC01C6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973361D-6091-4AA8-B60C-CE6408A9EB8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620575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238F8B1-55E1-43CF-B733-9F4DF570D48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EBCFFFC-32F0-4F06-8F55-BDF3FAD91993}" type="datetime1">
              <a:rPr lang="en-US" smtClean="0"/>
              <a:t>12/16/2025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BB75BAD-5572-434F-AAE1-89A0FDD0099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4818F1A-CAAB-4689-B21F-EA907A2DCC1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08266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siness Canv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633413" y="1679972"/>
            <a:ext cx="2147365" cy="2771775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2849563" y="1679972"/>
            <a:ext cx="2122487" cy="1355328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2849563" y="3096419"/>
            <a:ext cx="2122487" cy="1355328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040835" y="1679972"/>
            <a:ext cx="2109265" cy="2771775"/>
          </a:xfrm>
          <a:prstGeom prst="rect">
            <a:avLst/>
          </a:prstGeom>
          <a:solidFill>
            <a:schemeClr val="accent2"/>
          </a:solidFill>
          <a:ln w="0">
            <a:solidFill>
              <a:schemeClr val="accent2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7218885" y="1679972"/>
            <a:ext cx="2122487" cy="1355328"/>
          </a:xfrm>
          <a:prstGeom prst="rect">
            <a:avLst/>
          </a:prstGeom>
          <a:solidFill>
            <a:schemeClr val="accent3"/>
          </a:solidFill>
          <a:ln w="0">
            <a:solidFill>
              <a:schemeClr val="accent3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218885" y="3096419"/>
            <a:ext cx="2122487" cy="1355328"/>
          </a:xfrm>
          <a:prstGeom prst="rect">
            <a:avLst/>
          </a:prstGeom>
          <a:solidFill>
            <a:schemeClr val="accent3"/>
          </a:solidFill>
          <a:ln w="0">
            <a:solidFill>
              <a:schemeClr val="accent3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9412280" y="1679972"/>
            <a:ext cx="2147365" cy="2771775"/>
          </a:xfrm>
          <a:prstGeom prst="rect">
            <a:avLst/>
          </a:prstGeom>
          <a:solidFill>
            <a:schemeClr val="accent3"/>
          </a:solidFill>
          <a:ln w="0">
            <a:solidFill>
              <a:schemeClr val="accent3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3413" y="4514865"/>
            <a:ext cx="5430837" cy="1521985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9"/>
          </p:nvPr>
        </p:nvSpPr>
        <p:spPr>
          <a:xfrm>
            <a:off x="6128808" y="4514865"/>
            <a:ext cx="5430837" cy="1521985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5" name="Sub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1C76EB7D-C55C-40C6-869B-E6CA6720DF69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7ED69BEC-FEEB-48C5-BB50-F477F1B8FC48}" type="datetime1">
              <a:rPr lang="en-US" smtClean="0"/>
              <a:t>12/16/2025</a:t>
            </a:fld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64F2EC9A-D15E-4441-B560-0718DDC1AD87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C97EC291-EC8F-4F03-85BF-3F568FFEECA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770444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enter &amp; top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42516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Title_center_white"/>
          <p:cNvSpPr>
            <a:spLocks noGrp="1"/>
          </p:cNvSpPr>
          <p:nvPr>
            <p:ph type="title"/>
          </p:nvPr>
        </p:nvSpPr>
        <p:spPr>
          <a:xfrm>
            <a:off x="537459" y="1393077"/>
            <a:ext cx="11117083" cy="854080"/>
          </a:xfrm>
        </p:spPr>
        <p:txBody>
          <a:bodyPr/>
          <a:lstStyle>
            <a:lvl1pPr algn="ctr">
              <a:lnSpc>
                <a:spcPct val="90000"/>
              </a:lnSpc>
              <a:defRPr sz="5500" b="0" i="0">
                <a:solidFill>
                  <a:srgbClr val="FFFFFF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39C9BD-6F90-4915-A3FD-AFCFCCFE34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31161FA-9A19-4F7D-976A-9ADFCA0A891B}" type="datetime1">
              <a:rPr lang="en-US" smtClean="0"/>
              <a:t>12/16/2025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F6CA49-CCC6-45EA-8782-AD39BBBCD51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B88E1F-AD8E-42D7-9679-27A6449CACE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521318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top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4251325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6" name="Title_white"/>
          <p:cNvSpPr>
            <a:spLocks noGrp="1"/>
          </p:cNvSpPr>
          <p:nvPr>
            <p:ph type="title"/>
          </p:nvPr>
        </p:nvSpPr>
        <p:spPr>
          <a:xfrm>
            <a:off x="537459" y="515462"/>
            <a:ext cx="11117083" cy="60016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_white"/>
          <p:cNvSpPr>
            <a:spLocks noGrp="1"/>
          </p:cNvSpPr>
          <p:nvPr>
            <p:ph type="body" sz="quarter" idx="14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3B142DC-A7E2-4BF8-8E37-C5A3943C895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87B1ED7-2C28-4272-AD3D-7D2846BC8CEC}" type="datetime1">
              <a:rPr lang="en-US" smtClean="0"/>
              <a:t>12/16/2025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CFD878-579B-46FE-AC17-34CE591C44A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7097CE-E742-4C14-B977-226002FE1FA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592297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4251960"/>
          </a:xfrm>
          <a:prstGeom prst="rect">
            <a:avLst/>
          </a:prstGeom>
          <a:solidFill>
            <a:schemeClr val="bg2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_bottom"/>
          <p:cNvSpPr>
            <a:spLocks noGrp="1"/>
          </p:cNvSpPr>
          <p:nvPr>
            <p:ph type="title"/>
          </p:nvPr>
        </p:nvSpPr>
        <p:spPr>
          <a:xfrm>
            <a:off x="447288" y="4702149"/>
            <a:ext cx="3555570" cy="1107996"/>
          </a:xfrm>
        </p:spPr>
        <p:txBody>
          <a:bodyPr/>
          <a:lstStyle>
            <a:lvl1pPr algn="r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EE43E7-0523-40E7-AD1F-B01E2EB6115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453269E-BC2F-418E-9F0D-E3DA4730308B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F822E9-12C2-40DB-9FD9-28B1289D837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240DF5-11E0-44FB-8A1B-8E55CB9E12C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85895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ottom with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ottom"/>
          <p:cNvSpPr>
            <a:spLocks noGrp="1"/>
          </p:cNvSpPr>
          <p:nvPr>
            <p:ph type="title"/>
          </p:nvPr>
        </p:nvSpPr>
        <p:spPr>
          <a:xfrm>
            <a:off x="447288" y="4702149"/>
            <a:ext cx="3555570" cy="1107996"/>
          </a:xfrm>
        </p:spPr>
        <p:txBody>
          <a:bodyPr/>
          <a:lstStyle>
            <a:lvl1pPr algn="r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 Placeholder 5"/>
          <p:cNvSpPr>
            <a:spLocks noGrp="1"/>
          </p:cNvSpPr>
          <p:nvPr>
            <p:ph type="media" sz="quarter" idx="12"/>
          </p:nvPr>
        </p:nvSpPr>
        <p:spPr>
          <a:xfrm>
            <a:off x="0" y="0"/>
            <a:ext cx="12192000" cy="4251325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37C43B-6163-456E-BFB2-5796F5645B8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0FF48F6D-321E-4DB4-9118-9B5DB55AA0FA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979CD6-74AC-4238-9B81-981C9D3DC37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2F0F64-55AD-4D6C-978B-4B98F0260D7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398076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pp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459" y="515462"/>
            <a:ext cx="10958541" cy="6001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8931000" y="1540800"/>
            <a:ext cx="2790000" cy="4714509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9440814" y="2440800"/>
            <a:ext cx="1770372" cy="294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6141000" y="1539000"/>
            <a:ext cx="2790000" cy="4714509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650814" y="2440800"/>
            <a:ext cx="1770372" cy="294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7356000" y="1211170"/>
            <a:ext cx="3150000" cy="5322830"/>
          </a:xfrm>
          <a:prstGeom prst="rect">
            <a:avLst/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7931597" y="2217364"/>
            <a:ext cx="1998806" cy="33104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3" name="Subtitle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70AD530-01B0-422C-B46F-148EFDB8DB70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2DB8A73B-A45E-4D15-9D7F-91D5AE1E2C51}" type="datetime1">
              <a:rPr lang="en-US" smtClean="0"/>
              <a:t>12/16/2025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EBDE4ED-7B31-4BCD-9E60-51116893946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FDA674F-1629-4A9C-8B84-E2AE171B816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987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pp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2366964"/>
            <a:ext cx="12192000" cy="1909762"/>
          </a:xfrm>
          <a:prstGeom prst="rect">
            <a:avLst/>
          </a:prstGeom>
          <a:solidFill>
            <a:schemeClr val="bg2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1146000" y="1360800"/>
            <a:ext cx="2295000" cy="3960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561000" y="21168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7"/>
          </p:nvPr>
        </p:nvSpPr>
        <p:spPr>
          <a:xfrm>
            <a:off x="4926000" y="1360800"/>
            <a:ext cx="2295000" cy="3960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28"/>
          </p:nvPr>
        </p:nvSpPr>
        <p:spPr>
          <a:xfrm>
            <a:off x="5346000" y="21168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9"/>
          </p:nvPr>
        </p:nvSpPr>
        <p:spPr>
          <a:xfrm>
            <a:off x="8751000" y="1360800"/>
            <a:ext cx="2295000" cy="3960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3" name="Picture Placeholder 8"/>
          <p:cNvSpPr>
            <a:spLocks noGrp="1"/>
          </p:cNvSpPr>
          <p:nvPr>
            <p:ph type="pic" sz="quarter" idx="30"/>
          </p:nvPr>
        </p:nvSpPr>
        <p:spPr>
          <a:xfrm>
            <a:off x="9169200" y="21168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2" name="Subtitle"/>
          <p:cNvSpPr>
            <a:spLocks noGrp="1"/>
          </p:cNvSpPr>
          <p:nvPr>
            <p:ph type="body" sz="quarter" idx="31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B45B447-70A5-4E37-B0FE-71D7D1436C13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6D65A007-D86D-4219-BFBE-06F03D333E37}" type="datetime1">
              <a:rPr lang="en-US" smtClean="0"/>
              <a:t>12/16/2025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58A7322-C0CE-440C-A0B7-63EDC4E032A7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C88C7B-844E-45C0-879F-EFA0D028048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604781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pp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441000" y="1224000"/>
            <a:ext cx="3015000" cy="5266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985346" y="2217600"/>
            <a:ext cx="1926309" cy="3290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5736000" y="1224000"/>
            <a:ext cx="3015000" cy="5266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280346" y="2217600"/>
            <a:ext cx="1926309" cy="3290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" name="Sub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0713D0F-BF07-46BA-83DD-1625994D4104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B1489D3A-1DBC-415F-A68C-6CCAF3D1FB41}" type="datetime1">
              <a:rPr lang="en-US" smtClean="0"/>
              <a:t>12/16/2025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5D3AE7C-13BE-4C7C-BA7E-E9B2F42C345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3EAD434-5575-4258-ACE6-4C8BAF8F027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632040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bile App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874400" y="1134000"/>
            <a:ext cx="2559600" cy="4510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5FE163-4071-4FD9-9D13-10E3756E14E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13430F1-2E48-4B0F-AEF4-BAC40EE5767B}" type="datetime1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4DC387-1F58-4FE4-9C85-01FFA87553C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946FF1-4E8B-4A5B-907A-11637792592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F3BD562-A815-4588-BC59-90027B93D6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351226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bile App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50000" y="0"/>
            <a:ext cx="5842000" cy="6858000"/>
          </a:xfrm>
          <a:prstGeom prst="rect">
            <a:avLst/>
          </a:prstGeom>
        </p:spPr>
      </p:pic>
      <p:sp>
        <p:nvSpPr>
          <p:cNvPr id="14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8287200" y="1134000"/>
            <a:ext cx="2347200" cy="4185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59" y="515462"/>
            <a:ext cx="5468541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0" y="1105200"/>
            <a:ext cx="54872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13D6DE2-E423-4CE6-8A23-CEB5E3AC67C9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511EFD9C-786C-4C30-A420-96F9C654ED01}" type="datetime1">
              <a:rPr lang="en-US" smtClean="0"/>
              <a:t>12/16/2025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00C9257-6983-4160-8147-B48F26E945B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E1CB5E-8401-4C93-AEDC-530012FC211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1501E7F6-59BF-402A-A9EA-91EE4420095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946443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pp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665600" y="1249200"/>
            <a:ext cx="2862000" cy="5194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5188194" y="2242800"/>
            <a:ext cx="1818000" cy="32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F6F0B41-135D-4F39-A84B-9AE2AB1C4E8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7AE0558-0C5C-46B3-BF40-9BC2E701048D}" type="datetime1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D04BED3-254D-45D7-8B0B-53626426AA1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F06A280-E5CC-4567-8C00-73F6E3945EF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454088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t App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8256000" cy="685800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59" y="515462"/>
            <a:ext cx="5468541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7803000" y="604800"/>
            <a:ext cx="4233600" cy="568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8570698" y="1576372"/>
            <a:ext cx="2787605" cy="37502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5770800" y="36000"/>
            <a:ext cx="4784400" cy="6631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20"/>
          </p:nvPr>
        </p:nvSpPr>
        <p:spPr>
          <a:xfrm>
            <a:off x="6541026" y="1169231"/>
            <a:ext cx="3249949" cy="43722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4" name="Subtitle_half_left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54872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EBF27E-B53B-4EEE-919A-6D07376F1D74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6131B849-E525-40D0-BF42-AAC5B32DC5C4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CACEA-FF81-4900-A2D9-643058B021F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3D3905F-89D3-4FA9-A334-DD50EDFB26F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884CDFC2-3814-49AD-9B88-6DF5E3C491D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80499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t App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222800" y="1263600"/>
            <a:ext cx="3758400" cy="5209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4825585" y="2152650"/>
            <a:ext cx="2553531" cy="3435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09BD8C1-F0EB-4A5A-9881-B1C4860E9DF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F2ECA7A-5799-4CF9-AFD1-8FAE76C73FAB}" type="datetime1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1B92639-8948-4DC4-A950-3B79A5FBFB5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4A765E0-A241-429E-98A1-D768959017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232503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t App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8256000" cy="685800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59" y="515462"/>
            <a:ext cx="5468541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5810400" y="43200"/>
            <a:ext cx="6382800" cy="658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7176000" y="909000"/>
            <a:ext cx="5016000" cy="48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9" name="Subtitle_half_left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0" y="1105200"/>
            <a:ext cx="54872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7AEC9B-7C4E-4E0D-8907-7F75C65AB1FE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BA34D2BE-CED8-4CF3-8FD9-599BB2F5964A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3351AB-F7C5-4B6F-A3C4-0A46840E988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278B27-5FDB-40C9-A127-92DC2686B52D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4D29DE6-2CF4-4730-8029-496F43CE98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542921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44400" y="349200"/>
            <a:ext cx="6148800" cy="5986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459" y="515462"/>
            <a:ext cx="6028441" cy="6001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7493000" y="984250"/>
            <a:ext cx="4699000" cy="4578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0" y="1105200"/>
            <a:ext cx="60587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94B0C7F-6089-4CC6-A439-DBD7704417F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E372DBBF-FBE4-4594-8716-183C31DF091A}" type="datetime1">
              <a:rPr lang="en-US" smtClean="0"/>
              <a:t>12/16/2025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065E0A65-F22C-45B6-B330-436A96D2281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9AF1C68-738B-4327-9E72-76E8227FA9F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703253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67200" y="1652400"/>
            <a:ext cx="7480800" cy="4384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435100" y="2120901"/>
            <a:ext cx="5340349" cy="3346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3DAE7CA-97A1-41B8-9666-C7E486499FD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98F8ED6-B3C7-4BB9-8F59-8BDFBE9142B7}" type="datetime1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5270C28-F864-412E-84CD-7375A78D72F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1E4CDE2-0F2C-4D7D-8CF4-8F169EBB4A3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556318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730400" y="1411200"/>
            <a:ext cx="7930800" cy="469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5861051" y="1911350"/>
            <a:ext cx="5664200" cy="3581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9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EA20858-6B41-4D20-B87D-2EBFB0394C4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A3B8F92-0651-4560-910E-2C37B7012433}" type="datetime1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08CD42F-548C-4A63-BC81-5637E69CB27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7E47BA1-5DA3-48A5-B6C2-7BA79B9A090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684251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ndroid Tablet App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8256000" cy="685800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59" y="515462"/>
            <a:ext cx="5468541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7803000" y="604800"/>
            <a:ext cx="4233600" cy="568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8570698" y="1576372"/>
            <a:ext cx="2787605" cy="37502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5770800" y="36000"/>
            <a:ext cx="4784400" cy="6631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20"/>
          </p:nvPr>
        </p:nvSpPr>
        <p:spPr>
          <a:xfrm>
            <a:off x="6541026" y="1169231"/>
            <a:ext cx="3249949" cy="43722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4" name="Subtitle_half_left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54872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ACAA0F-99E7-42B8-AF32-D3134903CBA1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5F3AFC6F-AECC-4CAF-AB34-8C6BD4B74781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C3873-B063-4B65-A404-851881713D3D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AA0723E-18C9-4D6C-90CF-AF01A8288DB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16427DD6-6ED7-4536-89A5-F5BBC67B551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68311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F12C7-8DA9-4D08-8EAA-B423D8F0D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080D6-ED04-45EF-99CF-090EFDE6A892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DE23E2-D467-4DD8-9EA2-2516AB34B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E243A2-3959-4F3C-B88E-591F9C738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646005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3851897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903D77-C38F-48C5-87FE-F7C8BE2BD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B8D99-0A6B-43C9-AABB-29FE685142ED}" type="datetime1">
              <a:rPr lang="en-US" smtClean="0"/>
              <a:t>12/16/2025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8DC488-271F-4DEE-AACE-F311D3F51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937CAC8-F2B9-482A-BCCD-D72DAA6B2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064685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6CF9399-E19A-42AD-9102-574DBF864B8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E253BC9B-DC43-495D-9E3A-5F13B0E5F909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BBE2F4-47F6-4539-98A9-3A6264A0768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C31A64-C2D1-4411-9736-A2771EF72EC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701089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pen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537459" y="2404367"/>
            <a:ext cx="11117083" cy="707886"/>
          </a:xfrm>
        </p:spPr>
        <p:txBody>
          <a:bodyPr/>
          <a:lstStyle>
            <a:lvl1pPr>
              <a:defRPr sz="4000" b="0" i="0" spc="0" baseline="0">
                <a:solidFill>
                  <a:srgbClr val="FFFFFF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647048" y="1849212"/>
            <a:ext cx="1558422" cy="349702"/>
          </a:xfrm>
          <a:prstGeom prst="rect">
            <a:avLst/>
          </a:prstGeom>
          <a:solidFill>
            <a:schemeClr val="accent1"/>
          </a:solidFill>
        </p:spPr>
        <p:txBody>
          <a:bodyPr wrap="none" lIns="324000" tIns="36000" rIns="324000" bIns="36000" anchor="ctr" anchorCtr="0">
            <a:spAutoFit/>
          </a:bodyPr>
          <a:lstStyle>
            <a:lvl1pPr marL="0" indent="0" algn="l">
              <a:lnSpc>
                <a:spcPct val="100000"/>
              </a:lnSpc>
              <a:buNone/>
              <a:defRPr b="0" i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Add Date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F8048B1-5DAF-4827-879E-F41ADFB9C9D8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AC37A52A-1FC1-4254-877D-2FE8E5A38233}" type="datetime1">
              <a:rPr lang="en-US" smtClean="0"/>
              <a:t>12/16/2025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45F7E6-634E-4302-A2B9-6DA5A134AEB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DE372451-3C6B-4494-B90C-F08AA837D4C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 flipV="1">
            <a:off x="619200" y="6437881"/>
            <a:ext cx="11035342" cy="45719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264781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peni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351224" y="0"/>
            <a:ext cx="5840776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0" name="Title_half_left"/>
          <p:cNvSpPr>
            <a:spLocks noGrp="1"/>
          </p:cNvSpPr>
          <p:nvPr>
            <p:ph type="title"/>
          </p:nvPr>
        </p:nvSpPr>
        <p:spPr>
          <a:xfrm>
            <a:off x="537458" y="2404367"/>
            <a:ext cx="5440647" cy="1323439"/>
          </a:xfrm>
        </p:spPr>
        <p:txBody>
          <a:bodyPr/>
          <a:lstStyle>
            <a:lvl1pPr>
              <a:defRPr sz="4000" b="0" i="0" spc="0" baseline="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194C0A-E376-41FA-B979-60FD5FBA6D67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A062253-0710-456E-9C37-AC6796BD2E54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8F06B7-3389-4583-B813-C69C60A938F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CB694DF-8E91-4DB6-92E9-CC61AFE0310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flipV="1">
            <a:off x="619200" y="6429600"/>
            <a:ext cx="11037600" cy="5400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526834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81A89-5246-41E7-BC60-CF27AABF3B9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0"/>
            <a:ext cx="12192000" cy="6858000"/>
          </a:xfrm>
          <a:solidFill>
            <a:schemeClr val="accent2">
              <a:alpha val="8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noFill/>
              </a:defRPr>
            </a:lvl1pPr>
            <a:lvl2pPr marL="266700" indent="0">
              <a:buNone/>
              <a:defRPr sz="800">
                <a:noFill/>
              </a:defRPr>
            </a:lvl2pPr>
            <a:lvl3pPr marL="914400" indent="0">
              <a:buNone/>
              <a:defRPr sz="800">
                <a:noFill/>
              </a:defRPr>
            </a:lvl3pPr>
            <a:lvl4pPr marL="1371600" indent="0">
              <a:buNone/>
              <a:defRPr sz="800">
                <a:noFill/>
              </a:defRPr>
            </a:lvl4pPr>
            <a:lvl5pPr marL="1828800" indent="0">
              <a:buNone/>
              <a:defRPr sz="800">
                <a:noFill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A47A3-39AE-4E1A-83F5-286C0C53F32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DC437FFE-D98C-4304-BF05-CDDFA95C608D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248FC3-E567-4D5A-9D27-DF4E3FFC974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F4F30A-590F-4B7F-95E1-ACBB520F846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231325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title with backgroun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0BDA9A5-DEAD-44A6-9EF9-630C3E33D17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0"/>
            <a:ext cx="12192000" cy="6858000"/>
          </a:xfrm>
          <a:solidFill>
            <a:schemeClr val="accent2">
              <a:alpha val="8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noFill/>
              </a:defRPr>
            </a:lvl1pPr>
            <a:lvl2pPr marL="266700" indent="0">
              <a:buNone/>
              <a:defRPr sz="800">
                <a:noFill/>
              </a:defRPr>
            </a:lvl2pPr>
            <a:lvl3pPr marL="914400" indent="0">
              <a:buNone/>
              <a:defRPr sz="800">
                <a:noFill/>
              </a:defRPr>
            </a:lvl3pPr>
            <a:lvl4pPr marL="1371600" indent="0">
              <a:buNone/>
              <a:defRPr sz="800">
                <a:noFill/>
              </a:defRPr>
            </a:lvl4pPr>
            <a:lvl5pPr marL="1828800" indent="0">
              <a:buNone/>
              <a:defRPr sz="800">
                <a:noFill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25D7A3F9-4CE6-4418-91D1-530BA366636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_whit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_whit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4178E80-7C7F-4B2A-B333-017E72971F8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FA47DC1-6609-4951-8954-4122407C2785}" type="datetime1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23CC4A5-D8A8-46CE-86CA-85FBD13C34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1CD2099-9E91-4801-B121-C24EAB09B3F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37195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background 2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537459" y="515462"/>
            <a:ext cx="11117083" cy="800219"/>
          </a:xfrm>
        </p:spPr>
        <p:txBody>
          <a:bodyPr/>
          <a:lstStyle>
            <a:lvl1pPr>
              <a:defRPr sz="4600" b="0" i="0">
                <a:solidFill>
                  <a:srgbClr val="FFFFFF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80F82D5-4272-47F0-99AE-DB1F40480A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46C6C0F-2A33-4801-964D-72D366FBCB92}" type="datetime1">
              <a:rPr lang="en-US" smtClean="0"/>
              <a:t>12/16/2025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B13454B-6C01-436E-B89E-543635C6F78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BD097A8-C160-4E89-A228-8D8A9EDE5C5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6776F571-BA84-4921-805F-FC0D34746B7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3796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bottom with backgroun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" name="Title_big_bottom"/>
          <p:cNvSpPr>
            <a:spLocks noGrp="1"/>
          </p:cNvSpPr>
          <p:nvPr>
            <p:ph type="title"/>
          </p:nvPr>
        </p:nvSpPr>
        <p:spPr>
          <a:xfrm>
            <a:off x="537459" y="4376267"/>
            <a:ext cx="11117083" cy="800219"/>
          </a:xfrm>
        </p:spPr>
        <p:txBody>
          <a:bodyPr/>
          <a:lstStyle>
            <a:lvl1pPr>
              <a:defRPr sz="4600" b="0" i="0">
                <a:solidFill>
                  <a:srgbClr val="FFFFFF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DBEFAB-9DE0-4ADC-8C42-DEF0E83E5EB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627439E-54F0-45C5-921D-89D7EFB6DF9F}" type="datetime1">
              <a:rPr lang="en-US" smtClean="0"/>
              <a:t>12/16/2025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94440DC-6B4E-4A94-91D1-D67631B6AF5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D51FCF1-279E-473C-AE4F-C4282F7DFC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DF59F4E3-4D7E-4010-A75B-90764051483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94144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enter with 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2242484"/>
            <a:ext cx="11117083" cy="800219"/>
          </a:xfrm>
        </p:spPr>
        <p:txBody>
          <a:bodyPr anchor="t" anchorCtr="0"/>
          <a:lstStyle>
            <a:lvl1pPr algn="ctr">
              <a:lnSpc>
                <a:spcPct val="100000"/>
              </a:lnSpc>
              <a:defRPr sz="46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0398F9-92B9-40BC-A5B0-3E5CA40334C7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833558BB-BB7D-4E96-A537-AD4AA7CEF04D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B9095C-C471-453A-AF85-9F5FAB275A1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A1B894-BF94-4263-8552-08168238AC5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B41ABFA-BED8-483D-A4D5-26249C8BAE0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163550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middle with 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2995024"/>
            <a:ext cx="11117083" cy="800219"/>
          </a:xfrm>
        </p:spPr>
        <p:txBody>
          <a:bodyPr anchor="ctr" anchorCtr="0"/>
          <a:lstStyle>
            <a:lvl1pPr algn="ctr">
              <a:lnSpc>
                <a:spcPct val="100000"/>
              </a:lnSpc>
              <a:defRPr sz="46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B923B1-58E0-4DAE-8ED1-6E475B068ABE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7F0B63DA-609C-4E18-9487-F37E37C92C03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1D8D40-3719-4E11-8B4A-B2EFEEBA235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CF192A-F57D-4B11-BA41-989A9771597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ECFD4AC0-2491-4969-B0F1-FEC3BF7575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316598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enter with background 2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1188800"/>
            <a:ext cx="11117083" cy="800219"/>
          </a:xfrm>
        </p:spPr>
        <p:txBody>
          <a:bodyPr anchor="t" anchorCtr="0"/>
          <a:lstStyle>
            <a:lvl1pPr algn="ctr">
              <a:lnSpc>
                <a:spcPct val="100000"/>
              </a:lnSpc>
              <a:defRPr sz="46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C35752-42FF-45EB-947E-BBF4EFF3523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C4C9F4FD-22A1-4990-B892-E6864273FEFB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683814-2EBD-42C0-A671-9EB4EE7A774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AB64B1-701B-49FF-B056-491455B27CA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8B16485-3AD0-4995-810B-E99B162CFE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936104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enter with background 3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1843561"/>
            <a:ext cx="11117083" cy="800219"/>
          </a:xfrm>
        </p:spPr>
        <p:txBody>
          <a:bodyPr anchor="t" anchorCtr="0"/>
          <a:lstStyle>
            <a:lvl1pPr algn="ctr">
              <a:lnSpc>
                <a:spcPct val="100000"/>
              </a:lnSpc>
              <a:defRPr sz="46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71709E-8F89-461F-BBFB-A2DBD1E604C8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B503280A-BE36-41B7-AFDB-63EBA50D76FF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2C1C6E-067C-4F5A-B424-000CB7E68BA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8ED09-8F9E-46F9-B76A-3E44CC3648A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F9D12B9-E67D-4801-BA34-1788E80224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929462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3001960"/>
            <a:ext cx="11117083" cy="992579"/>
          </a:xfrm>
        </p:spPr>
        <p:txBody>
          <a:bodyPr anchor="t" anchorCtr="0"/>
          <a:lstStyle>
            <a:lvl1pPr algn="ctr">
              <a:lnSpc>
                <a:spcPct val="90000"/>
              </a:lnSpc>
              <a:defRPr sz="65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EADD1E-C3E4-44E6-A02C-7CEF010684C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46C75BA-579D-40BB-A8EC-8C4C5AB546EB}" type="datetime1">
              <a:rPr lang="en-US" smtClean="0"/>
              <a:t>12/16/2025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55E1EA5-3FEC-4D19-9346-9EDFA42CFA9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E23734A-B219-45D8-AB7B-1C03FA91723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448FFF29-5A5D-4B53-9168-6EEF72CB23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248869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title &amp; half backgroun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left"/>
          <p:cNvSpPr>
            <a:spLocks noGrp="1"/>
          </p:cNvSpPr>
          <p:nvPr>
            <p:ph type="title"/>
          </p:nvPr>
        </p:nvSpPr>
        <p:spPr>
          <a:xfrm>
            <a:off x="537460" y="515462"/>
            <a:ext cx="5245824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351224" y="0"/>
            <a:ext cx="5840776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4" hasCustomPrompt="1"/>
          </p:nvPr>
        </p:nvSpPr>
        <p:spPr>
          <a:xfrm>
            <a:off x="536401" y="1105200"/>
            <a:ext cx="5258610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3F628F-0268-4F52-B410-AD70434B858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DCFD544-B8C9-4C05-8121-D6494AC6028D}" type="datetime1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4C7E8F7-8B78-49D3-BF6A-45457B31911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33B01D8-AEB6-465F-9707-8E07D0E92AB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A104173-8F4E-41CD-A0C7-E5E4DF137E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580541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half backgroun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right"/>
          <p:cNvSpPr>
            <a:spLocks noGrp="1"/>
          </p:cNvSpPr>
          <p:nvPr userDrawn="1">
            <p:ph type="title"/>
          </p:nvPr>
        </p:nvSpPr>
        <p:spPr>
          <a:xfrm>
            <a:off x="6273801" y="2390232"/>
            <a:ext cx="5380741" cy="1415772"/>
          </a:xfrm>
        </p:spPr>
        <p:txBody>
          <a:bodyPr/>
          <a:lstStyle>
            <a:lvl1pPr>
              <a:defRPr sz="4300" b="0" i="0"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842000" cy="6858000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C515D5-1E46-46BA-AC33-AA231F41A3B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1A99016-EE8A-4865-9A9F-49DCAFAF91EE}" type="datetime1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68A811-E391-4171-B488-B3087DE105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36A7F3-E97F-446E-97F4-D3ECA64F58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B8CCBAEF-66F6-46E1-827C-881AC61E3FF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497812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enter &amp; half backgrou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351224" y="0"/>
            <a:ext cx="5840776" cy="6858000"/>
          </a:xfrm>
          <a:prstGeom prst="rect">
            <a:avLst/>
          </a:prstGeom>
          <a:solidFill>
            <a:schemeClr val="accent5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Title_half_left"/>
          <p:cNvSpPr>
            <a:spLocks noGrp="1"/>
          </p:cNvSpPr>
          <p:nvPr>
            <p:ph type="title"/>
          </p:nvPr>
        </p:nvSpPr>
        <p:spPr>
          <a:xfrm>
            <a:off x="605193" y="2178236"/>
            <a:ext cx="5245825" cy="1508105"/>
          </a:xfrm>
        </p:spPr>
        <p:txBody>
          <a:bodyPr anchor="t" anchorCtr="0"/>
          <a:lstStyle>
            <a:lvl1pPr algn="ctr">
              <a:defRPr sz="4600" b="0" i="0" spc="0" baseline="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0BFCAB-F8D0-4E89-B542-E7DC057220D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DE5D379-904A-4655-AA5E-A5FE836148AC}" type="datetime1">
              <a:rPr lang="en-US" smtClean="0"/>
              <a:t>12/16/2025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9172DCE-7F83-44D2-8A44-188A460B3F8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207C9B-AEFB-4DA4-A7CB-DD26C5E6139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0AFA9FD8-9BA9-4052-A232-3F35EEAFD5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286378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title &amp; half color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left"/>
          <p:cNvSpPr>
            <a:spLocks noGrp="1"/>
          </p:cNvSpPr>
          <p:nvPr>
            <p:ph type="title"/>
          </p:nvPr>
        </p:nvSpPr>
        <p:spPr>
          <a:xfrm>
            <a:off x="537460" y="515462"/>
            <a:ext cx="5245824" cy="600164"/>
          </a:xfrm>
        </p:spPr>
        <p:txBody>
          <a:bodyPr>
            <a:norm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51223" y="0"/>
            <a:ext cx="5840777" cy="6858000"/>
          </a:xfrm>
          <a:prstGeom prst="rect">
            <a:avLst/>
          </a:prstGeom>
          <a:solidFill>
            <a:schemeClr val="bg2"/>
          </a:solidFill>
          <a:ln w="0">
            <a:solidFill>
              <a:schemeClr val="bg2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1" y="1105200"/>
            <a:ext cx="5258610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50361C6-0228-4E22-9DF7-8754BF35FC9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984F870-84DA-4D6E-B68A-A80628F3EBB3}" type="datetime1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894F237-AAE5-497D-98F8-F07CE65ED9C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2597049-9163-42F5-A053-A8D6286E938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4C9E5F47-B314-4667-8B7D-E99CFCAEFAE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311409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6456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3708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88212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0960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2" name="Sub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FA9B5-1658-49F7-AB67-8BEF37DF3F57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B8A2D79D-E478-4F15-9DC2-08BDCDBDA145}" type="datetime1">
              <a:rPr lang="en-US" smtClean="0"/>
              <a:t>12/16/2025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3ADB9510-FC99-4F9C-A8FF-43CF51FB62E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496C0A7-8286-4ADA-A0CC-90C66A5237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376726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859631" y="1683496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715543" y="1683496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571455" y="1683496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5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9427368" y="1683496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859631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7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3715543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8" name="Picture Placeholder 7"/>
          <p:cNvSpPr>
            <a:spLocks noGrp="1"/>
          </p:cNvSpPr>
          <p:nvPr>
            <p:ph type="pic" sz="quarter" idx="18"/>
          </p:nvPr>
        </p:nvSpPr>
        <p:spPr>
          <a:xfrm>
            <a:off x="6571455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9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9427368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21" name="Sub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E9C923-A726-4BBF-9200-72B84222DEA2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160E5C39-2F29-44D4-8A05-FBE9CD388DC1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7876EC-A008-46FF-B4D8-37D42041618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1A8AFD-57D6-4C4A-8739-CCA288232E10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258032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645600" y="1678732"/>
            <a:ext cx="3283462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5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4454268" y="1678732"/>
            <a:ext cx="3283462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20"/>
          </p:nvPr>
        </p:nvSpPr>
        <p:spPr>
          <a:xfrm>
            <a:off x="8262936" y="1678732"/>
            <a:ext cx="3283462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9" name="Sub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C9DA59-2A2F-4B2C-BDF6-6F7E5566D5C9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F61104B5-9D98-42D7-AFFE-82C6070569EE}" type="datetime1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7F92D4A-E29B-465D-B408-6019A2FC01C6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973361D-6091-4AA8-B60C-CE6408A9EB8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004255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238F8B1-55E1-43CF-B733-9F4DF570D48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EBCFFFC-32F0-4F06-8F55-BDF3FAD91993}" type="datetime1">
              <a:rPr lang="en-US" smtClean="0"/>
              <a:t>12/16/2025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BB75BAD-5572-434F-AAE1-89A0FDD0099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4818F1A-CAAB-4689-B21F-EA907A2DCC1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704922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siness Canv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633413" y="1679972"/>
            <a:ext cx="2147365" cy="2771775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2849563" y="1679972"/>
            <a:ext cx="2122487" cy="1355328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2849563" y="3096419"/>
            <a:ext cx="2122487" cy="1355328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040835" y="1679972"/>
            <a:ext cx="2109265" cy="2771775"/>
          </a:xfrm>
          <a:prstGeom prst="rect">
            <a:avLst/>
          </a:prstGeom>
          <a:solidFill>
            <a:schemeClr val="accent2"/>
          </a:solidFill>
          <a:ln w="0">
            <a:solidFill>
              <a:schemeClr val="accent2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7218885" y="1679972"/>
            <a:ext cx="2122487" cy="1355328"/>
          </a:xfrm>
          <a:prstGeom prst="rect">
            <a:avLst/>
          </a:prstGeom>
          <a:solidFill>
            <a:schemeClr val="accent3"/>
          </a:solidFill>
          <a:ln w="0">
            <a:solidFill>
              <a:schemeClr val="accent3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218885" y="3096419"/>
            <a:ext cx="2122487" cy="1355328"/>
          </a:xfrm>
          <a:prstGeom prst="rect">
            <a:avLst/>
          </a:prstGeom>
          <a:solidFill>
            <a:schemeClr val="accent3"/>
          </a:solidFill>
          <a:ln w="0">
            <a:solidFill>
              <a:schemeClr val="accent3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9412280" y="1679972"/>
            <a:ext cx="2147365" cy="2771775"/>
          </a:xfrm>
          <a:prstGeom prst="rect">
            <a:avLst/>
          </a:prstGeom>
          <a:solidFill>
            <a:schemeClr val="accent3"/>
          </a:solidFill>
          <a:ln w="0">
            <a:solidFill>
              <a:schemeClr val="accent3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3413" y="4514865"/>
            <a:ext cx="5430837" cy="1521985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9"/>
          </p:nvPr>
        </p:nvSpPr>
        <p:spPr>
          <a:xfrm>
            <a:off x="6128808" y="4514865"/>
            <a:ext cx="5430837" cy="1521985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5" name="Sub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1C76EB7D-C55C-40C6-869B-E6CA6720DF69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7ED69BEC-FEEB-48C5-BB50-F477F1B8FC48}" type="datetime1">
              <a:rPr lang="en-US" smtClean="0"/>
              <a:t>12/16/2025</a:t>
            </a:fld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64F2EC9A-D15E-4441-B560-0718DDC1AD87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C97EC291-EC8F-4F03-85BF-3F568FFEECA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431183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enter &amp; top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42516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Title_center_white"/>
          <p:cNvSpPr>
            <a:spLocks noGrp="1"/>
          </p:cNvSpPr>
          <p:nvPr>
            <p:ph type="title"/>
          </p:nvPr>
        </p:nvSpPr>
        <p:spPr>
          <a:xfrm>
            <a:off x="537459" y="1393077"/>
            <a:ext cx="11117083" cy="854080"/>
          </a:xfrm>
        </p:spPr>
        <p:txBody>
          <a:bodyPr/>
          <a:lstStyle>
            <a:lvl1pPr algn="ctr">
              <a:lnSpc>
                <a:spcPct val="90000"/>
              </a:lnSpc>
              <a:defRPr sz="5500" b="0" i="0">
                <a:solidFill>
                  <a:srgbClr val="FFFFFF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39C9BD-6F90-4915-A3FD-AFCFCCFE34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31161FA-9A19-4F7D-976A-9ADFCA0A891B}" type="datetime1">
              <a:rPr lang="en-US" smtClean="0"/>
              <a:t>12/16/2025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F6CA49-CCC6-45EA-8782-AD39BBBCD51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B88E1F-AD8E-42D7-9679-27A6449CACE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387357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top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4251325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6" name="Title_white"/>
          <p:cNvSpPr>
            <a:spLocks noGrp="1"/>
          </p:cNvSpPr>
          <p:nvPr>
            <p:ph type="title"/>
          </p:nvPr>
        </p:nvSpPr>
        <p:spPr>
          <a:xfrm>
            <a:off x="537459" y="515462"/>
            <a:ext cx="11117083" cy="60016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_white"/>
          <p:cNvSpPr>
            <a:spLocks noGrp="1"/>
          </p:cNvSpPr>
          <p:nvPr>
            <p:ph type="body" sz="quarter" idx="14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3B142DC-A7E2-4BF8-8E37-C5A3943C895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87B1ED7-2C28-4272-AD3D-7D2846BC8CEC}" type="datetime1">
              <a:rPr lang="en-US" smtClean="0"/>
              <a:t>12/16/2025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CFD878-579B-46FE-AC17-34CE591C44A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7097CE-E742-4C14-B977-226002FE1FA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946116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4251960"/>
          </a:xfrm>
          <a:prstGeom prst="rect">
            <a:avLst/>
          </a:prstGeom>
          <a:solidFill>
            <a:schemeClr val="bg2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_bottom"/>
          <p:cNvSpPr>
            <a:spLocks noGrp="1"/>
          </p:cNvSpPr>
          <p:nvPr>
            <p:ph type="title"/>
          </p:nvPr>
        </p:nvSpPr>
        <p:spPr>
          <a:xfrm>
            <a:off x="447288" y="4702149"/>
            <a:ext cx="3555570" cy="1107996"/>
          </a:xfrm>
        </p:spPr>
        <p:txBody>
          <a:bodyPr/>
          <a:lstStyle>
            <a:lvl1pPr algn="r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EE43E7-0523-40E7-AD1F-B01E2EB6115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453269E-BC2F-418E-9F0D-E3DA4730308B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F822E9-12C2-40DB-9FD9-28B1289D837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240DF5-11E0-44FB-8A1B-8E55CB9E12C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836936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ottom with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ottom"/>
          <p:cNvSpPr>
            <a:spLocks noGrp="1"/>
          </p:cNvSpPr>
          <p:nvPr>
            <p:ph type="title"/>
          </p:nvPr>
        </p:nvSpPr>
        <p:spPr>
          <a:xfrm>
            <a:off x="447288" y="4702149"/>
            <a:ext cx="3555570" cy="1107996"/>
          </a:xfrm>
        </p:spPr>
        <p:txBody>
          <a:bodyPr/>
          <a:lstStyle>
            <a:lvl1pPr algn="r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 Placeholder 5"/>
          <p:cNvSpPr>
            <a:spLocks noGrp="1"/>
          </p:cNvSpPr>
          <p:nvPr>
            <p:ph type="media" sz="quarter" idx="12"/>
          </p:nvPr>
        </p:nvSpPr>
        <p:spPr>
          <a:xfrm>
            <a:off x="0" y="0"/>
            <a:ext cx="12192000" cy="4251325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37C43B-6163-456E-BFB2-5796F5645B8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0FF48F6D-321E-4DB4-9118-9B5DB55AA0FA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979CD6-74AC-4238-9B81-981C9D3DC37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2F0F64-55AD-4D6C-978B-4B98F0260D7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798866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pp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459" y="515462"/>
            <a:ext cx="10958541" cy="6001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8931000" y="1540800"/>
            <a:ext cx="2790000" cy="4714509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9440814" y="2440800"/>
            <a:ext cx="1770372" cy="294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6141000" y="1539000"/>
            <a:ext cx="2790000" cy="4714509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650814" y="2440800"/>
            <a:ext cx="1770372" cy="294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7356000" y="1211170"/>
            <a:ext cx="3150000" cy="5322830"/>
          </a:xfrm>
          <a:prstGeom prst="rect">
            <a:avLst/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7931597" y="2217364"/>
            <a:ext cx="1998806" cy="33104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3" name="Subtitle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70AD530-01B0-422C-B46F-148EFDB8DB70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2DB8A73B-A45E-4D15-9D7F-91D5AE1E2C51}" type="datetime1">
              <a:rPr lang="en-US" smtClean="0"/>
              <a:t>12/16/2025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EBDE4ED-7B31-4BCD-9E60-51116893946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FDA674F-1629-4A9C-8B84-E2AE171B816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838347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pp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2366964"/>
            <a:ext cx="12192000" cy="1909762"/>
          </a:xfrm>
          <a:prstGeom prst="rect">
            <a:avLst/>
          </a:prstGeom>
          <a:solidFill>
            <a:schemeClr val="bg2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1146000" y="1360800"/>
            <a:ext cx="2295000" cy="3960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561000" y="21168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7"/>
          </p:nvPr>
        </p:nvSpPr>
        <p:spPr>
          <a:xfrm>
            <a:off x="4926000" y="1360800"/>
            <a:ext cx="2295000" cy="3960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28"/>
          </p:nvPr>
        </p:nvSpPr>
        <p:spPr>
          <a:xfrm>
            <a:off x="5346000" y="21168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9"/>
          </p:nvPr>
        </p:nvSpPr>
        <p:spPr>
          <a:xfrm>
            <a:off x="8751000" y="1360800"/>
            <a:ext cx="2295000" cy="3960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3" name="Picture Placeholder 8"/>
          <p:cNvSpPr>
            <a:spLocks noGrp="1"/>
          </p:cNvSpPr>
          <p:nvPr>
            <p:ph type="pic" sz="quarter" idx="30"/>
          </p:nvPr>
        </p:nvSpPr>
        <p:spPr>
          <a:xfrm>
            <a:off x="9169200" y="21168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2" name="Subtitle"/>
          <p:cNvSpPr>
            <a:spLocks noGrp="1"/>
          </p:cNvSpPr>
          <p:nvPr>
            <p:ph type="body" sz="quarter" idx="31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B45B447-70A5-4E37-B0FE-71D7D1436C13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6D65A007-D86D-4219-BFBE-06F03D333E37}" type="datetime1">
              <a:rPr lang="en-US" smtClean="0"/>
              <a:t>12/16/2025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58A7322-C0CE-440C-A0B7-63EDC4E032A7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C88C7B-844E-45C0-879F-EFA0D028048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064398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pp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441000" y="1224000"/>
            <a:ext cx="3015000" cy="5266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985346" y="2217600"/>
            <a:ext cx="1926309" cy="3290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5736000" y="1224000"/>
            <a:ext cx="3015000" cy="5266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280346" y="2217600"/>
            <a:ext cx="1926309" cy="3290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" name="Sub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0713D0F-BF07-46BA-83DD-1625994D4104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B1489D3A-1DBC-415F-A68C-6CCAF3D1FB41}" type="datetime1">
              <a:rPr lang="en-US" smtClean="0"/>
              <a:t>12/16/2025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5D3AE7C-13BE-4C7C-BA7E-E9B2F42C345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3EAD434-5575-4258-ACE6-4C8BAF8F027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635559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bile App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874400" y="1134000"/>
            <a:ext cx="2559600" cy="4510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5FE163-4071-4FD9-9D13-10E3756E14E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13430F1-2E48-4B0F-AEF4-BAC40EE5767B}" type="datetime1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4DC387-1F58-4FE4-9C85-01FFA87553C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946FF1-4E8B-4A5B-907A-11637792592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F3BD562-A815-4588-BC59-90027B93D6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053620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bile App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50000" y="0"/>
            <a:ext cx="5842000" cy="6858000"/>
          </a:xfrm>
          <a:prstGeom prst="rect">
            <a:avLst/>
          </a:prstGeom>
        </p:spPr>
      </p:pic>
      <p:sp>
        <p:nvSpPr>
          <p:cNvPr id="14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8287200" y="1134000"/>
            <a:ext cx="2347200" cy="4185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59" y="515462"/>
            <a:ext cx="5468541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0" y="1105200"/>
            <a:ext cx="54872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13D6DE2-E423-4CE6-8A23-CEB5E3AC67C9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511EFD9C-786C-4C30-A420-96F9C654ED01}" type="datetime1">
              <a:rPr lang="en-US" smtClean="0"/>
              <a:t>12/16/2025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00C9257-6983-4160-8147-B48F26E945B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E1CB5E-8401-4C93-AEDC-530012FC211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1501E7F6-59BF-402A-A9EA-91EE4420095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41200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pp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665600" y="1249200"/>
            <a:ext cx="2862000" cy="5194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5188194" y="2242800"/>
            <a:ext cx="1818000" cy="32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F6F0B41-135D-4F39-A84B-9AE2AB1C4E8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7AE0558-0C5C-46B3-BF40-9BC2E701048D}" type="datetime1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D04BED3-254D-45D7-8B0B-53626426AA1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F06A280-E5CC-4567-8C00-73F6E3945EF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573115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t App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8256000" cy="685800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59" y="515462"/>
            <a:ext cx="5468541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7803000" y="604800"/>
            <a:ext cx="4233600" cy="568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8570698" y="1576372"/>
            <a:ext cx="2787605" cy="37502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5770800" y="36000"/>
            <a:ext cx="4784400" cy="6631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20"/>
          </p:nvPr>
        </p:nvSpPr>
        <p:spPr>
          <a:xfrm>
            <a:off x="6541026" y="1169231"/>
            <a:ext cx="3249949" cy="43722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4" name="Subtitle_half_left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54872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EBF27E-B53B-4EEE-919A-6D07376F1D74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6131B849-E525-40D0-BF42-AAC5B32DC5C4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CACEA-FF81-4900-A2D9-643058B021F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3D3905F-89D3-4FA9-A334-DD50EDFB26F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884CDFC2-3814-49AD-9B88-6DF5E3C491D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254441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t App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222800" y="1263600"/>
            <a:ext cx="3758400" cy="5209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4825585" y="2152650"/>
            <a:ext cx="2553531" cy="3435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09BD8C1-F0EB-4A5A-9881-B1C4860E9DF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F2ECA7A-5799-4CF9-AFD1-8FAE76C73FAB}" type="datetime1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1B92639-8948-4DC4-A950-3B79A5FBFB5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4A765E0-A241-429E-98A1-D768959017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099801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t App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8256000" cy="685800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59" y="515462"/>
            <a:ext cx="5468541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5810400" y="43200"/>
            <a:ext cx="6382800" cy="658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7176000" y="909000"/>
            <a:ext cx="5016000" cy="48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9" name="Subtitle_half_left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0" y="1105200"/>
            <a:ext cx="54872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7AEC9B-7C4E-4E0D-8907-7F75C65AB1FE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BA34D2BE-CED8-4CF3-8FD9-599BB2F5964A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3351AB-F7C5-4B6F-A3C4-0A46840E988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278B27-5FDB-40C9-A127-92DC2686B52D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4D29DE6-2CF4-4730-8029-496F43CE98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888377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44400" y="349200"/>
            <a:ext cx="6148800" cy="5986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459" y="515462"/>
            <a:ext cx="6028441" cy="6001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7493000" y="984250"/>
            <a:ext cx="4699000" cy="4578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0" y="1105200"/>
            <a:ext cx="60587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94B0C7F-6089-4CC6-A439-DBD7704417F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E372DBBF-FBE4-4594-8716-183C31DF091A}" type="datetime1">
              <a:rPr lang="en-US" smtClean="0"/>
              <a:t>12/16/2025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065E0A65-F22C-45B6-B330-436A96D2281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9AF1C68-738B-4327-9E72-76E8227FA9F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074345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67200" y="1652400"/>
            <a:ext cx="7480800" cy="4384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435100" y="2120901"/>
            <a:ext cx="5340349" cy="3346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3DAE7CA-97A1-41B8-9666-C7E486499FD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98F8ED6-B3C7-4BB9-8F59-8BDFBE9142B7}" type="datetime1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5270C28-F864-412E-84CD-7375A78D72F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1E4CDE2-0F2C-4D7D-8CF4-8F169EBB4A3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379341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730400" y="1411200"/>
            <a:ext cx="7930800" cy="469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5861051" y="1911350"/>
            <a:ext cx="5664200" cy="3581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9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EA20858-6B41-4D20-B87D-2EBFB0394C4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A3B8F92-0651-4560-910E-2C37B7012433}" type="datetime1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08CD42F-548C-4A63-BC81-5637E69CB27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7E47BA1-5DA3-48A5-B6C2-7BA79B9A090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336366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ndroid Tablet App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8256000" cy="685800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59" y="515462"/>
            <a:ext cx="5468541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7803000" y="604800"/>
            <a:ext cx="4233600" cy="568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8570698" y="1576372"/>
            <a:ext cx="2787605" cy="37502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5770800" y="36000"/>
            <a:ext cx="4784400" cy="6631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20"/>
          </p:nvPr>
        </p:nvSpPr>
        <p:spPr>
          <a:xfrm>
            <a:off x="6541026" y="1169231"/>
            <a:ext cx="3249949" cy="43722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4" name="Subtitle_half_left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54872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ACAA0F-99E7-42B8-AF32-D3134903CBA1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5F3AFC6F-AECC-4CAF-AB34-8C6BD4B74781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C3873-B063-4B65-A404-851881713D3D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AA0723E-18C9-4D6C-90CF-AF01A8288DB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16427DD6-6ED7-4536-89A5-F5BBC67B551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691130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F12C7-8DA9-4D08-8EAA-B423D8F0D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080D6-ED04-45EF-99CF-090EFDE6A892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DE23E2-D467-4DD8-9EA2-2516AB34B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E243A2-3959-4F3C-B88E-591F9C738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613769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3208021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903D77-C38F-48C5-87FE-F7C8BE2BD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B8D99-0A6B-43C9-AABB-29FE685142ED}" type="datetime1">
              <a:rPr lang="en-US" smtClean="0"/>
              <a:t>12/16/2025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8DC488-271F-4DEE-AACE-F311D3F51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937CAC8-F2B9-482A-BCCD-D72DAA6B2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678936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6CF9399-E19A-42AD-9102-574DBF864B8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E253BC9B-DC43-495D-9E3A-5F13B0E5F909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BBE2F4-47F6-4539-98A9-3A6264A0768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C31A64-C2D1-4411-9736-A2771EF72EC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508184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pen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537459" y="2404367"/>
            <a:ext cx="11117083" cy="707886"/>
          </a:xfrm>
        </p:spPr>
        <p:txBody>
          <a:bodyPr/>
          <a:lstStyle>
            <a:lvl1pPr>
              <a:defRPr sz="4000" b="0" i="0" spc="0" baseline="0">
                <a:solidFill>
                  <a:srgbClr val="FFFFFF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647048" y="1849212"/>
            <a:ext cx="1558422" cy="349702"/>
          </a:xfrm>
          <a:prstGeom prst="rect">
            <a:avLst/>
          </a:prstGeom>
          <a:solidFill>
            <a:schemeClr val="accent1"/>
          </a:solidFill>
        </p:spPr>
        <p:txBody>
          <a:bodyPr wrap="none" lIns="324000" tIns="36000" rIns="324000" bIns="36000" anchor="ctr" anchorCtr="0">
            <a:spAutoFit/>
          </a:bodyPr>
          <a:lstStyle>
            <a:lvl1pPr marL="0" indent="0" algn="l">
              <a:lnSpc>
                <a:spcPct val="100000"/>
              </a:lnSpc>
              <a:buNone/>
              <a:defRPr b="0" i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Add Date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F8048B1-5DAF-4827-879E-F41ADFB9C9D8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AC37A52A-1FC1-4254-877D-2FE8E5A38233}" type="datetime1">
              <a:rPr lang="en-US" smtClean="0"/>
              <a:t>12/16/2025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45F7E6-634E-4302-A2B9-6DA5A134AEB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DE372451-3C6B-4494-B90C-F08AA837D4C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 flipV="1">
            <a:off x="619200" y="6437881"/>
            <a:ext cx="11035342" cy="45719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784071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peni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351224" y="0"/>
            <a:ext cx="5840776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0" name="Title_half_left"/>
          <p:cNvSpPr>
            <a:spLocks noGrp="1"/>
          </p:cNvSpPr>
          <p:nvPr>
            <p:ph type="title"/>
          </p:nvPr>
        </p:nvSpPr>
        <p:spPr>
          <a:xfrm>
            <a:off x="537458" y="2404367"/>
            <a:ext cx="5440647" cy="1323439"/>
          </a:xfrm>
        </p:spPr>
        <p:txBody>
          <a:bodyPr/>
          <a:lstStyle>
            <a:lvl1pPr>
              <a:defRPr sz="4000" b="0" i="0" spc="0" baseline="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194C0A-E376-41FA-B979-60FD5FBA6D67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A062253-0710-456E-9C37-AC6796BD2E54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8F06B7-3389-4583-B813-C69C60A938F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CB694DF-8E91-4DB6-92E9-CC61AFE0310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flipV="1">
            <a:off x="619200" y="6429600"/>
            <a:ext cx="11037600" cy="5400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042045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81A89-5246-41E7-BC60-CF27AABF3B9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0"/>
            <a:ext cx="12192000" cy="6858000"/>
          </a:xfrm>
          <a:solidFill>
            <a:schemeClr val="accent2">
              <a:alpha val="8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noFill/>
              </a:defRPr>
            </a:lvl1pPr>
            <a:lvl2pPr marL="266700" indent="0">
              <a:buNone/>
              <a:defRPr sz="800">
                <a:noFill/>
              </a:defRPr>
            </a:lvl2pPr>
            <a:lvl3pPr marL="914400" indent="0">
              <a:buNone/>
              <a:defRPr sz="800">
                <a:noFill/>
              </a:defRPr>
            </a:lvl3pPr>
            <a:lvl4pPr marL="1371600" indent="0">
              <a:buNone/>
              <a:defRPr sz="800">
                <a:noFill/>
              </a:defRPr>
            </a:lvl4pPr>
            <a:lvl5pPr marL="1828800" indent="0">
              <a:buNone/>
              <a:defRPr sz="800">
                <a:noFill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A47A3-39AE-4E1A-83F5-286C0C53F32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DC437FFE-D98C-4304-BF05-CDDFA95C608D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248FC3-E567-4D5A-9D27-DF4E3FFC974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F4F30A-590F-4B7F-95E1-ACBB520F846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327090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title with backgroun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0BDA9A5-DEAD-44A6-9EF9-630C3E33D17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0"/>
            <a:ext cx="12192000" cy="6858000"/>
          </a:xfrm>
          <a:solidFill>
            <a:schemeClr val="accent2">
              <a:alpha val="8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noFill/>
              </a:defRPr>
            </a:lvl1pPr>
            <a:lvl2pPr marL="266700" indent="0">
              <a:buNone/>
              <a:defRPr sz="800">
                <a:noFill/>
              </a:defRPr>
            </a:lvl2pPr>
            <a:lvl3pPr marL="914400" indent="0">
              <a:buNone/>
              <a:defRPr sz="800">
                <a:noFill/>
              </a:defRPr>
            </a:lvl3pPr>
            <a:lvl4pPr marL="1371600" indent="0">
              <a:buNone/>
              <a:defRPr sz="800">
                <a:noFill/>
              </a:defRPr>
            </a:lvl4pPr>
            <a:lvl5pPr marL="1828800" indent="0">
              <a:buNone/>
              <a:defRPr sz="800">
                <a:noFill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25D7A3F9-4CE6-4418-91D1-530BA366636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_whit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_whit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4178E80-7C7F-4B2A-B333-017E72971F8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FA47DC1-6609-4951-8954-4122407C2785}" type="datetime1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23CC4A5-D8A8-46CE-86CA-85FBD13C34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1CD2099-9E91-4801-B121-C24EAB09B3F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118815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background 2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537459" y="515462"/>
            <a:ext cx="11117083" cy="800219"/>
          </a:xfrm>
        </p:spPr>
        <p:txBody>
          <a:bodyPr/>
          <a:lstStyle>
            <a:lvl1pPr>
              <a:defRPr sz="4600" b="0" i="0">
                <a:solidFill>
                  <a:srgbClr val="FFFFFF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80F82D5-4272-47F0-99AE-DB1F40480A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46C6C0F-2A33-4801-964D-72D366FBCB92}" type="datetime1">
              <a:rPr lang="en-US" smtClean="0"/>
              <a:t>12/16/2025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B13454B-6C01-436E-B89E-543635C6F78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BD097A8-C160-4E89-A228-8D8A9EDE5C5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6776F571-BA84-4921-805F-FC0D34746B7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937957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bottom with backgroun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" name="Title_big_bottom"/>
          <p:cNvSpPr>
            <a:spLocks noGrp="1"/>
          </p:cNvSpPr>
          <p:nvPr>
            <p:ph type="title"/>
          </p:nvPr>
        </p:nvSpPr>
        <p:spPr>
          <a:xfrm>
            <a:off x="537459" y="4376267"/>
            <a:ext cx="11117083" cy="800219"/>
          </a:xfrm>
        </p:spPr>
        <p:txBody>
          <a:bodyPr/>
          <a:lstStyle>
            <a:lvl1pPr>
              <a:defRPr sz="4600" b="0" i="0">
                <a:solidFill>
                  <a:srgbClr val="FFFFFF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DBEFAB-9DE0-4ADC-8C42-DEF0E83E5EB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627439E-54F0-45C5-921D-89D7EFB6DF9F}" type="datetime1">
              <a:rPr lang="en-US" smtClean="0"/>
              <a:t>12/16/2025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94440DC-6B4E-4A94-91D1-D67631B6AF5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D51FCF1-279E-473C-AE4F-C4282F7DFC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DF59F4E3-4D7E-4010-A75B-90764051483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843252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enter with 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2242484"/>
            <a:ext cx="11117083" cy="800219"/>
          </a:xfrm>
        </p:spPr>
        <p:txBody>
          <a:bodyPr anchor="t" anchorCtr="0"/>
          <a:lstStyle>
            <a:lvl1pPr algn="ctr">
              <a:lnSpc>
                <a:spcPct val="100000"/>
              </a:lnSpc>
              <a:defRPr sz="46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0398F9-92B9-40BC-A5B0-3E5CA40334C7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833558BB-BB7D-4E96-A537-AD4AA7CEF04D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B9095C-C471-453A-AF85-9F5FAB275A1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A1B894-BF94-4263-8552-08168238AC5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B41ABFA-BED8-483D-A4D5-26249C8BAE0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644150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middle with 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2995024"/>
            <a:ext cx="11117083" cy="800219"/>
          </a:xfrm>
        </p:spPr>
        <p:txBody>
          <a:bodyPr anchor="ctr" anchorCtr="0"/>
          <a:lstStyle>
            <a:lvl1pPr algn="ctr">
              <a:lnSpc>
                <a:spcPct val="100000"/>
              </a:lnSpc>
              <a:defRPr sz="46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B923B1-58E0-4DAE-8ED1-6E475B068ABE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7F0B63DA-609C-4E18-9487-F37E37C92C03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1D8D40-3719-4E11-8B4A-B2EFEEBA235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CF192A-F57D-4B11-BA41-989A9771597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ECFD4AC0-2491-4969-B0F1-FEC3BF7575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859350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enter with background 2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1188800"/>
            <a:ext cx="11117083" cy="800219"/>
          </a:xfrm>
        </p:spPr>
        <p:txBody>
          <a:bodyPr anchor="t" anchorCtr="0"/>
          <a:lstStyle>
            <a:lvl1pPr algn="ctr">
              <a:lnSpc>
                <a:spcPct val="100000"/>
              </a:lnSpc>
              <a:defRPr sz="46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C35752-42FF-45EB-947E-BBF4EFF3523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C4C9F4FD-22A1-4990-B892-E6864273FEFB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683814-2EBD-42C0-A671-9EB4EE7A774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AB64B1-701B-49FF-B056-491455B27CA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8B16485-3AD0-4995-810B-E99B162CFE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591490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enter with background 3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1843561"/>
            <a:ext cx="11117083" cy="800219"/>
          </a:xfrm>
        </p:spPr>
        <p:txBody>
          <a:bodyPr anchor="t" anchorCtr="0"/>
          <a:lstStyle>
            <a:lvl1pPr algn="ctr">
              <a:lnSpc>
                <a:spcPct val="100000"/>
              </a:lnSpc>
              <a:defRPr sz="46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71709E-8F89-461F-BBFB-A2DBD1E604C8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B503280A-BE36-41B7-AFDB-63EBA50D76FF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2C1C6E-067C-4F5A-B424-000CB7E68BA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8ED09-8F9E-46F9-B76A-3E44CC3648A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F9D12B9-E67D-4801-BA34-1788E80224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878956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3001960"/>
            <a:ext cx="11117083" cy="992579"/>
          </a:xfrm>
        </p:spPr>
        <p:txBody>
          <a:bodyPr anchor="t" anchorCtr="0"/>
          <a:lstStyle>
            <a:lvl1pPr algn="ctr">
              <a:lnSpc>
                <a:spcPct val="90000"/>
              </a:lnSpc>
              <a:defRPr sz="65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EADD1E-C3E4-44E6-A02C-7CEF010684C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46C75BA-579D-40BB-A8EC-8C4C5AB546EB}" type="datetime1">
              <a:rPr lang="en-US" smtClean="0"/>
              <a:t>12/16/2025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55E1EA5-3FEC-4D19-9346-9EDFA42CFA9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E23734A-B219-45D8-AB7B-1C03FA91723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448FFF29-5A5D-4B53-9168-6EEF72CB23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177259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title &amp; half backgroun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left"/>
          <p:cNvSpPr>
            <a:spLocks noGrp="1"/>
          </p:cNvSpPr>
          <p:nvPr>
            <p:ph type="title"/>
          </p:nvPr>
        </p:nvSpPr>
        <p:spPr>
          <a:xfrm>
            <a:off x="537460" y="515462"/>
            <a:ext cx="5245824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351224" y="0"/>
            <a:ext cx="5840776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4" hasCustomPrompt="1"/>
          </p:nvPr>
        </p:nvSpPr>
        <p:spPr>
          <a:xfrm>
            <a:off x="536401" y="1105200"/>
            <a:ext cx="5258610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3F628F-0268-4F52-B410-AD70434B858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DCFD544-B8C9-4C05-8121-D6494AC6028D}" type="datetime1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4C7E8F7-8B78-49D3-BF6A-45457B31911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33B01D8-AEB6-465F-9707-8E07D0E92AB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A104173-8F4E-41CD-A0C7-E5E4DF137E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088992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half backgroun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right"/>
          <p:cNvSpPr>
            <a:spLocks noGrp="1"/>
          </p:cNvSpPr>
          <p:nvPr userDrawn="1">
            <p:ph type="title"/>
          </p:nvPr>
        </p:nvSpPr>
        <p:spPr>
          <a:xfrm>
            <a:off x="6273801" y="2390232"/>
            <a:ext cx="5380741" cy="1415772"/>
          </a:xfrm>
        </p:spPr>
        <p:txBody>
          <a:bodyPr/>
          <a:lstStyle>
            <a:lvl1pPr>
              <a:defRPr sz="4300" b="0" i="0"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842000" cy="6858000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C515D5-1E46-46BA-AC33-AA231F41A3B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1A99016-EE8A-4865-9A9F-49DCAFAF91EE}" type="datetime1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68A811-E391-4171-B488-B3087DE105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36A7F3-E97F-446E-97F4-D3ECA64F58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B8CCBAEF-66F6-46E1-827C-881AC61E3FF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11748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enter &amp; half backgrou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351224" y="0"/>
            <a:ext cx="5840776" cy="6858000"/>
          </a:xfrm>
          <a:prstGeom prst="rect">
            <a:avLst/>
          </a:prstGeom>
          <a:solidFill>
            <a:schemeClr val="accent5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Title_half_left"/>
          <p:cNvSpPr>
            <a:spLocks noGrp="1"/>
          </p:cNvSpPr>
          <p:nvPr>
            <p:ph type="title"/>
          </p:nvPr>
        </p:nvSpPr>
        <p:spPr>
          <a:xfrm>
            <a:off x="605193" y="2178236"/>
            <a:ext cx="5245825" cy="1508105"/>
          </a:xfrm>
        </p:spPr>
        <p:txBody>
          <a:bodyPr anchor="t" anchorCtr="0"/>
          <a:lstStyle>
            <a:lvl1pPr algn="ctr">
              <a:defRPr sz="4600" b="0" i="0" spc="0" baseline="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0BFCAB-F8D0-4E89-B542-E7DC057220D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DE5D379-904A-4655-AA5E-A5FE836148AC}" type="datetime1">
              <a:rPr lang="en-US" smtClean="0"/>
              <a:t>12/16/2025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9172DCE-7F83-44D2-8A44-188A460B3F8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207C9B-AEFB-4DA4-A7CB-DD26C5E6139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0AFA9FD8-9BA9-4052-A232-3F35EEAFD5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321263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title &amp; half color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left"/>
          <p:cNvSpPr>
            <a:spLocks noGrp="1"/>
          </p:cNvSpPr>
          <p:nvPr>
            <p:ph type="title"/>
          </p:nvPr>
        </p:nvSpPr>
        <p:spPr>
          <a:xfrm>
            <a:off x="537460" y="515462"/>
            <a:ext cx="5245824" cy="600164"/>
          </a:xfrm>
        </p:spPr>
        <p:txBody>
          <a:bodyPr>
            <a:norm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51223" y="0"/>
            <a:ext cx="5840777" cy="6858000"/>
          </a:xfrm>
          <a:prstGeom prst="rect">
            <a:avLst/>
          </a:prstGeom>
          <a:solidFill>
            <a:schemeClr val="bg2"/>
          </a:solidFill>
          <a:ln w="0">
            <a:solidFill>
              <a:schemeClr val="bg2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1" y="1105200"/>
            <a:ext cx="5258610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50361C6-0228-4E22-9DF7-8754BF35FC9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984F870-84DA-4D6E-B68A-A80628F3EBB3}" type="datetime1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894F237-AAE5-497D-98F8-F07CE65ED9C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2597049-9163-42F5-A053-A8D6286E938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4C9E5F47-B314-4667-8B7D-E99CFCAEFAE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888046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6456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3708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88212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0960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2" name="Sub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FA9B5-1658-49F7-AB67-8BEF37DF3F57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B8A2D79D-E478-4F15-9DC2-08BDCDBDA145}" type="datetime1">
              <a:rPr lang="en-US" smtClean="0"/>
              <a:t>12/16/2025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3ADB9510-FC99-4F9C-A8FF-43CF51FB62E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496C0A7-8286-4ADA-A0CC-90C66A5237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783395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859631" y="1683496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715543" y="1683496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571455" y="1683496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5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9427368" y="1683496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859631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7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3715543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8" name="Picture Placeholder 7"/>
          <p:cNvSpPr>
            <a:spLocks noGrp="1"/>
          </p:cNvSpPr>
          <p:nvPr>
            <p:ph type="pic" sz="quarter" idx="18"/>
          </p:nvPr>
        </p:nvSpPr>
        <p:spPr>
          <a:xfrm>
            <a:off x="6571455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9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9427368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21" name="Sub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E9C923-A726-4BBF-9200-72B84222DEA2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160E5C39-2F29-44D4-8A05-FBE9CD388DC1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7876EC-A008-46FF-B4D8-37D42041618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1A8AFD-57D6-4C4A-8739-CCA288232E10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927306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645600" y="1678732"/>
            <a:ext cx="3283462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5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4454268" y="1678732"/>
            <a:ext cx="3283462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20"/>
          </p:nvPr>
        </p:nvSpPr>
        <p:spPr>
          <a:xfrm>
            <a:off x="8262936" y="1678732"/>
            <a:ext cx="3283462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9" name="Sub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C9DA59-2A2F-4B2C-BDF6-6F7E5566D5C9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F61104B5-9D98-42D7-AFFE-82C6070569EE}" type="datetime1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7F92D4A-E29B-465D-B408-6019A2FC01C6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973361D-6091-4AA8-B60C-CE6408A9EB8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94559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238F8B1-55E1-43CF-B733-9F4DF570D48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EBCFFFC-32F0-4F06-8F55-BDF3FAD91993}" type="datetime1">
              <a:rPr lang="en-US" smtClean="0"/>
              <a:t>12/16/2025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BB75BAD-5572-434F-AAE1-89A0FDD0099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4818F1A-CAAB-4689-B21F-EA907A2DCC1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291696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siness Canv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633413" y="1679972"/>
            <a:ext cx="2147365" cy="2771775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2849563" y="1679972"/>
            <a:ext cx="2122487" cy="1355328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2849563" y="3096419"/>
            <a:ext cx="2122487" cy="1355328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040835" y="1679972"/>
            <a:ext cx="2109265" cy="2771775"/>
          </a:xfrm>
          <a:prstGeom prst="rect">
            <a:avLst/>
          </a:prstGeom>
          <a:solidFill>
            <a:schemeClr val="accent2"/>
          </a:solidFill>
          <a:ln w="0">
            <a:solidFill>
              <a:schemeClr val="accent2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7218885" y="1679972"/>
            <a:ext cx="2122487" cy="1355328"/>
          </a:xfrm>
          <a:prstGeom prst="rect">
            <a:avLst/>
          </a:prstGeom>
          <a:solidFill>
            <a:schemeClr val="accent3"/>
          </a:solidFill>
          <a:ln w="0">
            <a:solidFill>
              <a:schemeClr val="accent3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218885" y="3096419"/>
            <a:ext cx="2122487" cy="1355328"/>
          </a:xfrm>
          <a:prstGeom prst="rect">
            <a:avLst/>
          </a:prstGeom>
          <a:solidFill>
            <a:schemeClr val="accent3"/>
          </a:solidFill>
          <a:ln w="0">
            <a:solidFill>
              <a:schemeClr val="accent3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9412280" y="1679972"/>
            <a:ext cx="2147365" cy="2771775"/>
          </a:xfrm>
          <a:prstGeom prst="rect">
            <a:avLst/>
          </a:prstGeom>
          <a:solidFill>
            <a:schemeClr val="accent3"/>
          </a:solidFill>
          <a:ln w="0">
            <a:solidFill>
              <a:schemeClr val="accent3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3413" y="4514865"/>
            <a:ext cx="5430837" cy="1521985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9"/>
          </p:nvPr>
        </p:nvSpPr>
        <p:spPr>
          <a:xfrm>
            <a:off x="6128808" y="4514865"/>
            <a:ext cx="5430837" cy="1521985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5" name="Sub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1C76EB7D-C55C-40C6-869B-E6CA6720DF69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7ED69BEC-FEEB-48C5-BB50-F477F1B8FC48}" type="datetime1">
              <a:rPr lang="en-US" smtClean="0"/>
              <a:t>12/16/2025</a:t>
            </a:fld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64F2EC9A-D15E-4441-B560-0718DDC1AD87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C97EC291-EC8F-4F03-85BF-3F568FFEECA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806897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enter &amp; top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42516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Title_center_white"/>
          <p:cNvSpPr>
            <a:spLocks noGrp="1"/>
          </p:cNvSpPr>
          <p:nvPr>
            <p:ph type="title"/>
          </p:nvPr>
        </p:nvSpPr>
        <p:spPr>
          <a:xfrm>
            <a:off x="537459" y="1393077"/>
            <a:ext cx="11117083" cy="854080"/>
          </a:xfrm>
        </p:spPr>
        <p:txBody>
          <a:bodyPr/>
          <a:lstStyle>
            <a:lvl1pPr algn="ctr">
              <a:lnSpc>
                <a:spcPct val="90000"/>
              </a:lnSpc>
              <a:defRPr sz="5500" b="0" i="0">
                <a:solidFill>
                  <a:srgbClr val="FFFFFF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39C9BD-6F90-4915-A3FD-AFCFCCFE34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31161FA-9A19-4F7D-976A-9ADFCA0A891B}" type="datetime1">
              <a:rPr lang="en-US" smtClean="0"/>
              <a:t>12/16/2025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F6CA49-CCC6-45EA-8782-AD39BBBCD51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B88E1F-AD8E-42D7-9679-27A6449CACE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226343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top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4251325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6" name="Title_white"/>
          <p:cNvSpPr>
            <a:spLocks noGrp="1"/>
          </p:cNvSpPr>
          <p:nvPr>
            <p:ph type="title"/>
          </p:nvPr>
        </p:nvSpPr>
        <p:spPr>
          <a:xfrm>
            <a:off x="537459" y="515462"/>
            <a:ext cx="11117083" cy="60016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_white"/>
          <p:cNvSpPr>
            <a:spLocks noGrp="1"/>
          </p:cNvSpPr>
          <p:nvPr>
            <p:ph type="body" sz="quarter" idx="14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3B142DC-A7E2-4BF8-8E37-C5A3943C895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87B1ED7-2C28-4272-AD3D-7D2846BC8CEC}" type="datetime1">
              <a:rPr lang="en-US" smtClean="0"/>
              <a:t>12/16/2025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CFD878-579B-46FE-AC17-34CE591C44A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7097CE-E742-4C14-B977-226002FE1FA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266647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4251960"/>
          </a:xfrm>
          <a:prstGeom prst="rect">
            <a:avLst/>
          </a:prstGeom>
          <a:solidFill>
            <a:schemeClr val="bg2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_bottom"/>
          <p:cNvSpPr>
            <a:spLocks noGrp="1"/>
          </p:cNvSpPr>
          <p:nvPr>
            <p:ph type="title"/>
          </p:nvPr>
        </p:nvSpPr>
        <p:spPr>
          <a:xfrm>
            <a:off x="447288" y="4702149"/>
            <a:ext cx="3555570" cy="1107996"/>
          </a:xfrm>
        </p:spPr>
        <p:txBody>
          <a:bodyPr/>
          <a:lstStyle>
            <a:lvl1pPr algn="r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EE43E7-0523-40E7-AD1F-B01E2EB6115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453269E-BC2F-418E-9F0D-E3DA4730308B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F822E9-12C2-40DB-9FD9-28B1289D837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240DF5-11E0-44FB-8A1B-8E55CB9E12C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424201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ottom with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ottom"/>
          <p:cNvSpPr>
            <a:spLocks noGrp="1"/>
          </p:cNvSpPr>
          <p:nvPr>
            <p:ph type="title"/>
          </p:nvPr>
        </p:nvSpPr>
        <p:spPr>
          <a:xfrm>
            <a:off x="447288" y="4702149"/>
            <a:ext cx="3555570" cy="1107996"/>
          </a:xfrm>
        </p:spPr>
        <p:txBody>
          <a:bodyPr/>
          <a:lstStyle>
            <a:lvl1pPr algn="r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 Placeholder 5"/>
          <p:cNvSpPr>
            <a:spLocks noGrp="1"/>
          </p:cNvSpPr>
          <p:nvPr>
            <p:ph type="media" sz="quarter" idx="12"/>
          </p:nvPr>
        </p:nvSpPr>
        <p:spPr>
          <a:xfrm>
            <a:off x="0" y="0"/>
            <a:ext cx="12192000" cy="4251325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37C43B-6163-456E-BFB2-5796F5645B8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0FF48F6D-321E-4DB4-9118-9B5DB55AA0FA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979CD6-74AC-4238-9B81-981C9D3DC37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2F0F64-55AD-4D6C-978B-4B98F0260D7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606777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pp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459" y="515462"/>
            <a:ext cx="10958541" cy="6001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8931000" y="1540800"/>
            <a:ext cx="2790000" cy="4714509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9440814" y="2440800"/>
            <a:ext cx="1770372" cy="294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6141000" y="1539000"/>
            <a:ext cx="2790000" cy="4714509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650814" y="2440800"/>
            <a:ext cx="1770372" cy="294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7356000" y="1211170"/>
            <a:ext cx="3150000" cy="5322830"/>
          </a:xfrm>
          <a:prstGeom prst="rect">
            <a:avLst/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7931597" y="2217364"/>
            <a:ext cx="1998806" cy="33104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3" name="Subtitle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70AD530-01B0-422C-B46F-148EFDB8DB70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2DB8A73B-A45E-4D15-9D7F-91D5AE1E2C51}" type="datetime1">
              <a:rPr lang="en-US" smtClean="0"/>
              <a:t>12/16/2025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EBDE4ED-7B31-4BCD-9E60-51116893946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FDA674F-1629-4A9C-8B84-E2AE171B816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987918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pp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2366964"/>
            <a:ext cx="12192000" cy="1909762"/>
          </a:xfrm>
          <a:prstGeom prst="rect">
            <a:avLst/>
          </a:prstGeom>
          <a:solidFill>
            <a:schemeClr val="bg2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1146000" y="1360800"/>
            <a:ext cx="2295000" cy="3960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561000" y="21168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7"/>
          </p:nvPr>
        </p:nvSpPr>
        <p:spPr>
          <a:xfrm>
            <a:off x="4926000" y="1360800"/>
            <a:ext cx="2295000" cy="3960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28"/>
          </p:nvPr>
        </p:nvSpPr>
        <p:spPr>
          <a:xfrm>
            <a:off x="5346000" y="21168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9"/>
          </p:nvPr>
        </p:nvSpPr>
        <p:spPr>
          <a:xfrm>
            <a:off x="8751000" y="1360800"/>
            <a:ext cx="2295000" cy="3960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3" name="Picture Placeholder 8"/>
          <p:cNvSpPr>
            <a:spLocks noGrp="1"/>
          </p:cNvSpPr>
          <p:nvPr>
            <p:ph type="pic" sz="quarter" idx="30"/>
          </p:nvPr>
        </p:nvSpPr>
        <p:spPr>
          <a:xfrm>
            <a:off x="9169200" y="21168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2" name="Subtitle"/>
          <p:cNvSpPr>
            <a:spLocks noGrp="1"/>
          </p:cNvSpPr>
          <p:nvPr>
            <p:ph type="body" sz="quarter" idx="31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B45B447-70A5-4E37-B0FE-71D7D1436C13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6D65A007-D86D-4219-BFBE-06F03D333E37}" type="datetime1">
              <a:rPr lang="en-US" smtClean="0"/>
              <a:t>12/16/2025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58A7322-C0CE-440C-A0B7-63EDC4E032A7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C88C7B-844E-45C0-879F-EFA0D028048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464595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pp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441000" y="1224000"/>
            <a:ext cx="3015000" cy="5266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985346" y="2217600"/>
            <a:ext cx="1926309" cy="3290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5736000" y="1224000"/>
            <a:ext cx="3015000" cy="5266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280346" y="2217600"/>
            <a:ext cx="1926309" cy="3290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" name="Sub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0713D0F-BF07-46BA-83DD-1625994D4104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B1489D3A-1DBC-415F-A68C-6CCAF3D1FB41}" type="datetime1">
              <a:rPr lang="en-US" smtClean="0"/>
              <a:t>12/16/2025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5D3AE7C-13BE-4C7C-BA7E-E9B2F42C345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3EAD434-5575-4258-ACE6-4C8BAF8F027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179992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bile App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874400" y="1134000"/>
            <a:ext cx="2559600" cy="4510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5FE163-4071-4FD9-9D13-10E3756E14E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13430F1-2E48-4B0F-AEF4-BAC40EE5767B}" type="datetime1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4DC387-1F58-4FE4-9C85-01FFA87553C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946FF1-4E8B-4A5B-907A-11637792592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F3BD562-A815-4588-BC59-90027B93D6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28856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bile App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50000" y="0"/>
            <a:ext cx="5842000" cy="6858000"/>
          </a:xfrm>
          <a:prstGeom prst="rect">
            <a:avLst/>
          </a:prstGeom>
        </p:spPr>
      </p:pic>
      <p:sp>
        <p:nvSpPr>
          <p:cNvPr id="14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8287200" y="1134000"/>
            <a:ext cx="2347200" cy="4185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59" y="515462"/>
            <a:ext cx="5468541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0" y="1105200"/>
            <a:ext cx="54872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13D6DE2-E423-4CE6-8A23-CEB5E3AC67C9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511EFD9C-786C-4C30-A420-96F9C654ED01}" type="datetime1">
              <a:rPr lang="en-US" smtClean="0"/>
              <a:t>12/16/2025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00C9257-6983-4160-8147-B48F26E945B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E1CB5E-8401-4C93-AEDC-530012FC211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1501E7F6-59BF-402A-A9EA-91EE4420095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642503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pp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665600" y="1249200"/>
            <a:ext cx="2862000" cy="5194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5188194" y="2242800"/>
            <a:ext cx="1818000" cy="32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F6F0B41-135D-4F39-A84B-9AE2AB1C4E8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7AE0558-0C5C-46B3-BF40-9BC2E701048D}" type="datetime1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D04BED3-254D-45D7-8B0B-53626426AA1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F06A280-E5CC-4567-8C00-73F6E3945EF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324931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t App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8256000" cy="685800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59" y="515462"/>
            <a:ext cx="5468541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7803000" y="604800"/>
            <a:ext cx="4233600" cy="568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8570698" y="1576372"/>
            <a:ext cx="2787605" cy="37502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5770800" y="36000"/>
            <a:ext cx="4784400" cy="6631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20"/>
          </p:nvPr>
        </p:nvSpPr>
        <p:spPr>
          <a:xfrm>
            <a:off x="6541026" y="1169231"/>
            <a:ext cx="3249949" cy="43722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4" name="Subtitle_half_left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54872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EBF27E-B53B-4EEE-919A-6D07376F1D74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6131B849-E525-40D0-BF42-AAC5B32DC5C4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CACEA-FF81-4900-A2D9-643058B021F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3D3905F-89D3-4FA9-A334-DD50EDFB26F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884CDFC2-3814-49AD-9B88-6DF5E3C491D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727663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t App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222800" y="1263600"/>
            <a:ext cx="3758400" cy="5209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4825585" y="2152650"/>
            <a:ext cx="2553531" cy="3435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09BD8C1-F0EB-4A5A-9881-B1C4860E9DF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F2ECA7A-5799-4CF9-AFD1-8FAE76C73FAB}" type="datetime1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1B92639-8948-4DC4-A950-3B79A5FBFB5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4A765E0-A241-429E-98A1-D768959017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876013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t App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8256000" cy="685800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59" y="515462"/>
            <a:ext cx="5468541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5810400" y="43200"/>
            <a:ext cx="6382800" cy="658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7176000" y="909000"/>
            <a:ext cx="5016000" cy="48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9" name="Subtitle_half_left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0" y="1105200"/>
            <a:ext cx="54872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7AEC9B-7C4E-4E0D-8907-7F75C65AB1FE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BA34D2BE-CED8-4CF3-8FD9-599BB2F5964A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3351AB-F7C5-4B6F-A3C4-0A46840E988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278B27-5FDB-40C9-A127-92DC2686B52D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4D29DE6-2CF4-4730-8029-496F43CE98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660819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44400" y="349200"/>
            <a:ext cx="6148800" cy="5986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459" y="515462"/>
            <a:ext cx="6028441" cy="6001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7493000" y="984250"/>
            <a:ext cx="4699000" cy="4578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0" y="1105200"/>
            <a:ext cx="60587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94B0C7F-6089-4CC6-A439-DBD7704417F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E372DBBF-FBE4-4594-8716-183C31DF091A}" type="datetime1">
              <a:rPr lang="en-US" smtClean="0"/>
              <a:t>12/16/2025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065E0A65-F22C-45B6-B330-436A96D2281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9AF1C68-738B-4327-9E72-76E8227FA9F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372022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67200" y="1652400"/>
            <a:ext cx="7480800" cy="4384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435100" y="2120901"/>
            <a:ext cx="5340349" cy="3346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3DAE7CA-97A1-41B8-9666-C7E486499FD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98F8ED6-B3C7-4BB9-8F59-8BDFBE9142B7}" type="datetime1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5270C28-F864-412E-84CD-7375A78D72F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1E4CDE2-0F2C-4D7D-8CF4-8F169EBB4A3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453848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730400" y="1411200"/>
            <a:ext cx="7930800" cy="469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5861051" y="1911350"/>
            <a:ext cx="5664200" cy="3581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9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EA20858-6B41-4D20-B87D-2EBFB0394C4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A3B8F92-0651-4560-910E-2C37B7012433}" type="datetime1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08CD42F-548C-4A63-BC81-5637E69CB27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7E47BA1-5DA3-48A5-B6C2-7BA79B9A090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686404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ndroid Tablet App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8256000" cy="685800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59" y="515462"/>
            <a:ext cx="5468541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7803000" y="604800"/>
            <a:ext cx="4233600" cy="568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8570698" y="1576372"/>
            <a:ext cx="2787605" cy="37502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5770800" y="36000"/>
            <a:ext cx="4784400" cy="6631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20"/>
          </p:nvPr>
        </p:nvSpPr>
        <p:spPr>
          <a:xfrm>
            <a:off x="6541026" y="1169231"/>
            <a:ext cx="3249949" cy="43722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4" name="Subtitle_half_left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54872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ACAA0F-99E7-42B8-AF32-D3134903CBA1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5F3AFC6F-AECC-4CAF-AB34-8C6BD4B74781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C3873-B063-4B65-A404-851881713D3D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AA0723E-18C9-4D6C-90CF-AF01A8288DB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16427DD6-6ED7-4536-89A5-F5BBC67B551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599821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F12C7-8DA9-4D08-8EAA-B423D8F0D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080D6-ED04-45EF-99CF-090EFDE6A892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DE23E2-D467-4DD8-9EA2-2516AB34B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E243A2-3959-4F3C-B88E-591F9C738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598065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4374296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903D77-C38F-48C5-87FE-F7C8BE2BD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B8D99-0A6B-43C9-AABB-29FE685142ED}" type="datetime1">
              <a:rPr lang="en-US" smtClean="0"/>
              <a:t>12/16/2025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8DC488-271F-4DEE-AACE-F311D3F51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937CAC8-F2B9-482A-BCCD-D72DAA6B2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273348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6CF9399-E19A-42AD-9102-574DBF864B8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E253BC9B-DC43-495D-9E3A-5F13B0E5F909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BBE2F4-47F6-4539-98A9-3A6264A0768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C31A64-C2D1-4411-9736-A2771EF72EC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162673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pen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537459" y="2404367"/>
            <a:ext cx="11117083" cy="707886"/>
          </a:xfrm>
        </p:spPr>
        <p:txBody>
          <a:bodyPr/>
          <a:lstStyle>
            <a:lvl1pPr>
              <a:defRPr sz="4000" b="0" i="0" spc="0" baseline="0">
                <a:solidFill>
                  <a:srgbClr val="FFFFFF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647048" y="1849212"/>
            <a:ext cx="1558422" cy="349702"/>
          </a:xfrm>
          <a:prstGeom prst="rect">
            <a:avLst/>
          </a:prstGeom>
          <a:solidFill>
            <a:schemeClr val="accent1"/>
          </a:solidFill>
        </p:spPr>
        <p:txBody>
          <a:bodyPr wrap="none" lIns="324000" tIns="36000" rIns="324000" bIns="36000" anchor="ctr" anchorCtr="0">
            <a:spAutoFit/>
          </a:bodyPr>
          <a:lstStyle>
            <a:lvl1pPr marL="0" indent="0" algn="l">
              <a:lnSpc>
                <a:spcPct val="100000"/>
              </a:lnSpc>
              <a:buNone/>
              <a:defRPr b="0" i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Add Date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F8048B1-5DAF-4827-879E-F41ADFB9C9D8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AC37A52A-1FC1-4254-877D-2FE8E5A38233}" type="datetime1">
              <a:rPr lang="en-US" smtClean="0"/>
              <a:t>12/16/2025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45F7E6-634E-4302-A2B9-6DA5A134AEB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DE372451-3C6B-4494-B90C-F08AA837D4C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 flipV="1">
            <a:off x="619200" y="6437881"/>
            <a:ext cx="11035342" cy="45719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208357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peni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351224" y="0"/>
            <a:ext cx="5840776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0" name="Title_half_left"/>
          <p:cNvSpPr>
            <a:spLocks noGrp="1"/>
          </p:cNvSpPr>
          <p:nvPr>
            <p:ph type="title"/>
          </p:nvPr>
        </p:nvSpPr>
        <p:spPr>
          <a:xfrm>
            <a:off x="537458" y="2404367"/>
            <a:ext cx="5440647" cy="1323439"/>
          </a:xfrm>
        </p:spPr>
        <p:txBody>
          <a:bodyPr/>
          <a:lstStyle>
            <a:lvl1pPr>
              <a:defRPr sz="4000" b="0" i="0" spc="0" baseline="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194C0A-E376-41FA-B979-60FD5FBA6D67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A062253-0710-456E-9C37-AC6796BD2E54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8F06B7-3389-4583-B813-C69C60A938F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CB694DF-8E91-4DB6-92E9-CC61AFE0310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flipV="1">
            <a:off x="619200" y="6429600"/>
            <a:ext cx="11037600" cy="5400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075832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81A89-5246-41E7-BC60-CF27AABF3B9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0"/>
            <a:ext cx="12192000" cy="6858000"/>
          </a:xfrm>
          <a:solidFill>
            <a:schemeClr val="accent2">
              <a:alpha val="8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noFill/>
              </a:defRPr>
            </a:lvl1pPr>
            <a:lvl2pPr marL="266700" indent="0">
              <a:buNone/>
              <a:defRPr sz="800">
                <a:noFill/>
              </a:defRPr>
            </a:lvl2pPr>
            <a:lvl3pPr marL="914400" indent="0">
              <a:buNone/>
              <a:defRPr sz="800">
                <a:noFill/>
              </a:defRPr>
            </a:lvl3pPr>
            <a:lvl4pPr marL="1371600" indent="0">
              <a:buNone/>
              <a:defRPr sz="800">
                <a:noFill/>
              </a:defRPr>
            </a:lvl4pPr>
            <a:lvl5pPr marL="1828800" indent="0">
              <a:buNone/>
              <a:defRPr sz="800">
                <a:noFill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A47A3-39AE-4E1A-83F5-286C0C53F32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DC437FFE-D98C-4304-BF05-CDDFA95C608D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248FC3-E567-4D5A-9D27-DF4E3FFC974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F4F30A-590F-4B7F-95E1-ACBB520F846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010296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title with backgroun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0BDA9A5-DEAD-44A6-9EF9-630C3E33D17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0"/>
            <a:ext cx="12192000" cy="6858000"/>
          </a:xfrm>
          <a:solidFill>
            <a:schemeClr val="accent2">
              <a:alpha val="8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noFill/>
              </a:defRPr>
            </a:lvl1pPr>
            <a:lvl2pPr marL="266700" indent="0">
              <a:buNone/>
              <a:defRPr sz="800">
                <a:noFill/>
              </a:defRPr>
            </a:lvl2pPr>
            <a:lvl3pPr marL="914400" indent="0">
              <a:buNone/>
              <a:defRPr sz="800">
                <a:noFill/>
              </a:defRPr>
            </a:lvl3pPr>
            <a:lvl4pPr marL="1371600" indent="0">
              <a:buNone/>
              <a:defRPr sz="800">
                <a:noFill/>
              </a:defRPr>
            </a:lvl4pPr>
            <a:lvl5pPr marL="1828800" indent="0">
              <a:buNone/>
              <a:defRPr sz="800">
                <a:noFill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25D7A3F9-4CE6-4418-91D1-530BA366636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_whit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_whit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4178E80-7C7F-4B2A-B333-017E72971F8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FA47DC1-6609-4951-8954-4122407C2785}" type="datetime1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23CC4A5-D8A8-46CE-86CA-85FBD13C34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1CD2099-9E91-4801-B121-C24EAB09B3F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165950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background 2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537459" y="515462"/>
            <a:ext cx="11117083" cy="800219"/>
          </a:xfrm>
        </p:spPr>
        <p:txBody>
          <a:bodyPr/>
          <a:lstStyle>
            <a:lvl1pPr>
              <a:defRPr sz="4600" b="0" i="0">
                <a:solidFill>
                  <a:srgbClr val="FFFFFF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80F82D5-4272-47F0-99AE-DB1F40480A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46C6C0F-2A33-4801-964D-72D366FBCB92}" type="datetime1">
              <a:rPr lang="en-US" smtClean="0"/>
              <a:t>12/16/2025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B13454B-6C01-436E-B89E-543635C6F78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BD097A8-C160-4E89-A228-8D8A9EDE5C5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6776F571-BA84-4921-805F-FC0D34746B7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492554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bottom with backgroun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" name="Title_big_bottom"/>
          <p:cNvSpPr>
            <a:spLocks noGrp="1"/>
          </p:cNvSpPr>
          <p:nvPr>
            <p:ph type="title"/>
          </p:nvPr>
        </p:nvSpPr>
        <p:spPr>
          <a:xfrm>
            <a:off x="537459" y="4376267"/>
            <a:ext cx="11117083" cy="800219"/>
          </a:xfrm>
        </p:spPr>
        <p:txBody>
          <a:bodyPr/>
          <a:lstStyle>
            <a:lvl1pPr>
              <a:defRPr sz="4600" b="0" i="0">
                <a:solidFill>
                  <a:srgbClr val="FFFFFF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DBEFAB-9DE0-4ADC-8C42-DEF0E83E5EB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627439E-54F0-45C5-921D-89D7EFB6DF9F}" type="datetime1">
              <a:rPr lang="en-US" smtClean="0"/>
              <a:t>12/16/2025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94440DC-6B4E-4A94-91D1-D67631B6AF5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D51FCF1-279E-473C-AE4F-C4282F7DFC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DF59F4E3-4D7E-4010-A75B-90764051483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350338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enter with 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2242484"/>
            <a:ext cx="11117083" cy="800219"/>
          </a:xfrm>
        </p:spPr>
        <p:txBody>
          <a:bodyPr anchor="t" anchorCtr="0"/>
          <a:lstStyle>
            <a:lvl1pPr algn="ctr">
              <a:lnSpc>
                <a:spcPct val="100000"/>
              </a:lnSpc>
              <a:defRPr sz="46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0398F9-92B9-40BC-A5B0-3E5CA40334C7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833558BB-BB7D-4E96-A537-AD4AA7CEF04D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B9095C-C471-453A-AF85-9F5FAB275A1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A1B894-BF94-4263-8552-08168238AC5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B41ABFA-BED8-483D-A4D5-26249C8BAE0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306888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middle with 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2995024"/>
            <a:ext cx="11117083" cy="800219"/>
          </a:xfrm>
        </p:spPr>
        <p:txBody>
          <a:bodyPr anchor="ctr" anchorCtr="0"/>
          <a:lstStyle>
            <a:lvl1pPr algn="ctr">
              <a:lnSpc>
                <a:spcPct val="100000"/>
              </a:lnSpc>
              <a:defRPr sz="46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B923B1-58E0-4DAE-8ED1-6E475B068ABE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7F0B63DA-609C-4E18-9487-F37E37C92C03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1D8D40-3719-4E11-8B4A-B2EFEEBA235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CF192A-F57D-4B11-BA41-989A9771597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ECFD4AC0-2491-4969-B0F1-FEC3BF7575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741021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enter with background 2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1188800"/>
            <a:ext cx="11117083" cy="800219"/>
          </a:xfrm>
        </p:spPr>
        <p:txBody>
          <a:bodyPr anchor="t" anchorCtr="0"/>
          <a:lstStyle>
            <a:lvl1pPr algn="ctr">
              <a:lnSpc>
                <a:spcPct val="100000"/>
              </a:lnSpc>
              <a:defRPr sz="46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C35752-42FF-45EB-947E-BBF4EFF3523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C4C9F4FD-22A1-4990-B892-E6864273FEFB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683814-2EBD-42C0-A671-9EB4EE7A774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AB64B1-701B-49FF-B056-491455B27CA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8B16485-3AD0-4995-810B-E99B162CFE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107496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enter with background 3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1843561"/>
            <a:ext cx="11117083" cy="800219"/>
          </a:xfrm>
        </p:spPr>
        <p:txBody>
          <a:bodyPr anchor="t" anchorCtr="0"/>
          <a:lstStyle>
            <a:lvl1pPr algn="ctr">
              <a:lnSpc>
                <a:spcPct val="100000"/>
              </a:lnSpc>
              <a:defRPr sz="46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71709E-8F89-461F-BBFB-A2DBD1E604C8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B503280A-BE36-41B7-AFDB-63EBA50D76FF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2C1C6E-067C-4F5A-B424-000CB7E68BA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8ED09-8F9E-46F9-B76A-3E44CC3648A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F9D12B9-E67D-4801-BA34-1788E80224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250231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3001960"/>
            <a:ext cx="11117083" cy="992579"/>
          </a:xfrm>
        </p:spPr>
        <p:txBody>
          <a:bodyPr anchor="t" anchorCtr="0"/>
          <a:lstStyle>
            <a:lvl1pPr algn="ctr">
              <a:lnSpc>
                <a:spcPct val="90000"/>
              </a:lnSpc>
              <a:defRPr sz="65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EADD1E-C3E4-44E6-A02C-7CEF010684C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46C75BA-579D-40BB-A8EC-8C4C5AB546EB}" type="datetime1">
              <a:rPr lang="en-US" smtClean="0"/>
              <a:t>12/16/2025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55E1EA5-3FEC-4D19-9346-9EDFA42CFA9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E23734A-B219-45D8-AB7B-1C03FA91723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448FFF29-5A5D-4B53-9168-6EEF72CB23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375172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title &amp; half backgroun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left"/>
          <p:cNvSpPr>
            <a:spLocks noGrp="1"/>
          </p:cNvSpPr>
          <p:nvPr>
            <p:ph type="title"/>
          </p:nvPr>
        </p:nvSpPr>
        <p:spPr>
          <a:xfrm>
            <a:off x="537460" y="515462"/>
            <a:ext cx="5245824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351224" y="0"/>
            <a:ext cx="5840776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4" hasCustomPrompt="1"/>
          </p:nvPr>
        </p:nvSpPr>
        <p:spPr>
          <a:xfrm>
            <a:off x="536401" y="1105200"/>
            <a:ext cx="5258610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3F628F-0268-4F52-B410-AD70434B858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DCFD544-B8C9-4C05-8121-D6494AC6028D}" type="datetime1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4C7E8F7-8B78-49D3-BF6A-45457B31911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33B01D8-AEB6-465F-9707-8E07D0E92AB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A104173-8F4E-41CD-A0C7-E5E4DF137E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386172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half backgroun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right"/>
          <p:cNvSpPr>
            <a:spLocks noGrp="1"/>
          </p:cNvSpPr>
          <p:nvPr userDrawn="1">
            <p:ph type="title"/>
          </p:nvPr>
        </p:nvSpPr>
        <p:spPr>
          <a:xfrm>
            <a:off x="6273801" y="2390232"/>
            <a:ext cx="5380741" cy="1415772"/>
          </a:xfrm>
        </p:spPr>
        <p:txBody>
          <a:bodyPr/>
          <a:lstStyle>
            <a:lvl1pPr>
              <a:defRPr sz="4300" b="0" i="0"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842000" cy="6858000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C515D5-1E46-46BA-AC33-AA231F41A3B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1A99016-EE8A-4865-9A9F-49DCAFAF91EE}" type="datetime1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68A811-E391-4171-B488-B3087DE105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36A7F3-E97F-446E-97F4-D3ECA64F58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B8CCBAEF-66F6-46E1-827C-881AC61E3FF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46865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enter &amp; half backgrou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351224" y="0"/>
            <a:ext cx="5840776" cy="6858000"/>
          </a:xfrm>
          <a:prstGeom prst="rect">
            <a:avLst/>
          </a:prstGeom>
          <a:solidFill>
            <a:schemeClr val="accent5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Title_half_left"/>
          <p:cNvSpPr>
            <a:spLocks noGrp="1"/>
          </p:cNvSpPr>
          <p:nvPr>
            <p:ph type="title"/>
          </p:nvPr>
        </p:nvSpPr>
        <p:spPr>
          <a:xfrm>
            <a:off x="605193" y="2178236"/>
            <a:ext cx="5245825" cy="1508105"/>
          </a:xfrm>
        </p:spPr>
        <p:txBody>
          <a:bodyPr anchor="t" anchorCtr="0"/>
          <a:lstStyle>
            <a:lvl1pPr algn="ctr">
              <a:defRPr sz="4600" b="0" i="0" spc="0" baseline="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0BFCAB-F8D0-4E89-B542-E7DC057220D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DE5D379-904A-4655-AA5E-A5FE836148AC}" type="datetime1">
              <a:rPr lang="en-US" smtClean="0"/>
              <a:t>12/16/2025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9172DCE-7F83-44D2-8A44-188A460B3F8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207C9B-AEFB-4DA4-A7CB-DD26C5E6139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0AFA9FD8-9BA9-4052-A232-3F35EEAFD5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63276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title &amp; half color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left"/>
          <p:cNvSpPr>
            <a:spLocks noGrp="1"/>
          </p:cNvSpPr>
          <p:nvPr>
            <p:ph type="title"/>
          </p:nvPr>
        </p:nvSpPr>
        <p:spPr>
          <a:xfrm>
            <a:off x="537460" y="515462"/>
            <a:ext cx="5245824" cy="600164"/>
          </a:xfrm>
        </p:spPr>
        <p:txBody>
          <a:bodyPr>
            <a:norm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51223" y="0"/>
            <a:ext cx="5840777" cy="6858000"/>
          </a:xfrm>
          <a:prstGeom prst="rect">
            <a:avLst/>
          </a:prstGeom>
          <a:solidFill>
            <a:schemeClr val="bg2"/>
          </a:solidFill>
          <a:ln w="0">
            <a:solidFill>
              <a:schemeClr val="bg2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1" y="1105200"/>
            <a:ext cx="5258610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50361C6-0228-4E22-9DF7-8754BF35FC9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984F870-84DA-4D6E-B68A-A80628F3EBB3}" type="datetime1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894F237-AAE5-497D-98F8-F07CE65ED9C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2597049-9163-42F5-A053-A8D6286E938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4C9E5F47-B314-4667-8B7D-E99CFCAEFAE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323682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6456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3708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88212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0960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2" name="Sub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FA9B5-1658-49F7-AB67-8BEF37DF3F57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B8A2D79D-E478-4F15-9DC2-08BDCDBDA145}" type="datetime1">
              <a:rPr lang="en-US" smtClean="0"/>
              <a:t>12/16/2025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3ADB9510-FC99-4F9C-A8FF-43CF51FB62E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496C0A7-8286-4ADA-A0CC-90C66A5237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367902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859631" y="1683496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715543" y="1683496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571455" y="1683496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5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9427368" y="1683496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859631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7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3715543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8" name="Picture Placeholder 7"/>
          <p:cNvSpPr>
            <a:spLocks noGrp="1"/>
          </p:cNvSpPr>
          <p:nvPr>
            <p:ph type="pic" sz="quarter" idx="18"/>
          </p:nvPr>
        </p:nvSpPr>
        <p:spPr>
          <a:xfrm>
            <a:off x="6571455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9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9427368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21" name="Sub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E9C923-A726-4BBF-9200-72B84222DEA2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160E5C39-2F29-44D4-8A05-FBE9CD388DC1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7876EC-A008-46FF-B4D8-37D42041618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1A8AFD-57D6-4C4A-8739-CCA288232E10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78340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645600" y="1678732"/>
            <a:ext cx="3283462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5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4454268" y="1678732"/>
            <a:ext cx="3283462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20"/>
          </p:nvPr>
        </p:nvSpPr>
        <p:spPr>
          <a:xfrm>
            <a:off x="8262936" y="1678732"/>
            <a:ext cx="3283462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9" name="Sub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C9DA59-2A2F-4B2C-BDF6-6F7E5566D5C9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F61104B5-9D98-42D7-AFFE-82C6070569EE}" type="datetime1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7F92D4A-E29B-465D-B408-6019A2FC01C6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973361D-6091-4AA8-B60C-CE6408A9EB8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368045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238F8B1-55E1-43CF-B733-9F4DF570D48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EBCFFFC-32F0-4F06-8F55-BDF3FAD91993}" type="datetime1">
              <a:rPr lang="en-US" smtClean="0"/>
              <a:t>12/16/2025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BB75BAD-5572-434F-AAE1-89A0FDD0099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4818F1A-CAAB-4689-B21F-EA907A2DCC1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087116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siness Canv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633413" y="1679972"/>
            <a:ext cx="2147365" cy="2771775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2849563" y="1679972"/>
            <a:ext cx="2122487" cy="1355328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2849563" y="3096419"/>
            <a:ext cx="2122487" cy="1355328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040835" y="1679972"/>
            <a:ext cx="2109265" cy="2771775"/>
          </a:xfrm>
          <a:prstGeom prst="rect">
            <a:avLst/>
          </a:prstGeom>
          <a:solidFill>
            <a:schemeClr val="accent2"/>
          </a:solidFill>
          <a:ln w="0">
            <a:solidFill>
              <a:schemeClr val="accent2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7218885" y="1679972"/>
            <a:ext cx="2122487" cy="1355328"/>
          </a:xfrm>
          <a:prstGeom prst="rect">
            <a:avLst/>
          </a:prstGeom>
          <a:solidFill>
            <a:schemeClr val="accent3"/>
          </a:solidFill>
          <a:ln w="0">
            <a:solidFill>
              <a:schemeClr val="accent3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218885" y="3096419"/>
            <a:ext cx="2122487" cy="1355328"/>
          </a:xfrm>
          <a:prstGeom prst="rect">
            <a:avLst/>
          </a:prstGeom>
          <a:solidFill>
            <a:schemeClr val="accent3"/>
          </a:solidFill>
          <a:ln w="0">
            <a:solidFill>
              <a:schemeClr val="accent3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9412280" y="1679972"/>
            <a:ext cx="2147365" cy="2771775"/>
          </a:xfrm>
          <a:prstGeom prst="rect">
            <a:avLst/>
          </a:prstGeom>
          <a:solidFill>
            <a:schemeClr val="accent3"/>
          </a:solidFill>
          <a:ln w="0">
            <a:solidFill>
              <a:schemeClr val="accent3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3413" y="4514865"/>
            <a:ext cx="5430837" cy="1521985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9"/>
          </p:nvPr>
        </p:nvSpPr>
        <p:spPr>
          <a:xfrm>
            <a:off x="6128808" y="4514865"/>
            <a:ext cx="5430837" cy="1521985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5" name="Sub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1C76EB7D-C55C-40C6-869B-E6CA6720DF69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7ED69BEC-FEEB-48C5-BB50-F477F1B8FC48}" type="datetime1">
              <a:rPr lang="en-US" smtClean="0"/>
              <a:t>12/16/2025</a:t>
            </a:fld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64F2EC9A-D15E-4441-B560-0718DDC1AD87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C97EC291-EC8F-4F03-85BF-3F568FFEECA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606427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enter &amp; top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42516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Title_center_white"/>
          <p:cNvSpPr>
            <a:spLocks noGrp="1"/>
          </p:cNvSpPr>
          <p:nvPr>
            <p:ph type="title"/>
          </p:nvPr>
        </p:nvSpPr>
        <p:spPr>
          <a:xfrm>
            <a:off x="537459" y="1393077"/>
            <a:ext cx="11117083" cy="854080"/>
          </a:xfrm>
        </p:spPr>
        <p:txBody>
          <a:bodyPr/>
          <a:lstStyle>
            <a:lvl1pPr algn="ctr">
              <a:lnSpc>
                <a:spcPct val="90000"/>
              </a:lnSpc>
              <a:defRPr sz="5500" b="0" i="0">
                <a:solidFill>
                  <a:srgbClr val="FFFFFF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39C9BD-6F90-4915-A3FD-AFCFCCFE34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31161FA-9A19-4F7D-976A-9ADFCA0A891B}" type="datetime1">
              <a:rPr lang="en-US" smtClean="0"/>
              <a:t>12/16/2025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F6CA49-CCC6-45EA-8782-AD39BBBCD51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B88E1F-AD8E-42D7-9679-27A6449CACE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62653"/>
      </p:ext>
    </p:extLst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top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4251325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6" name="Title_white"/>
          <p:cNvSpPr>
            <a:spLocks noGrp="1"/>
          </p:cNvSpPr>
          <p:nvPr>
            <p:ph type="title"/>
          </p:nvPr>
        </p:nvSpPr>
        <p:spPr>
          <a:xfrm>
            <a:off x="537459" y="515462"/>
            <a:ext cx="11117083" cy="60016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_white"/>
          <p:cNvSpPr>
            <a:spLocks noGrp="1"/>
          </p:cNvSpPr>
          <p:nvPr>
            <p:ph type="body" sz="quarter" idx="14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3B142DC-A7E2-4BF8-8E37-C5A3943C895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87B1ED7-2C28-4272-AD3D-7D2846BC8CEC}" type="datetime1">
              <a:rPr lang="en-US" smtClean="0"/>
              <a:t>12/16/2025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CFD878-579B-46FE-AC17-34CE591C44A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7097CE-E742-4C14-B977-226002FE1FA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888746"/>
      </p:ext>
    </p:extLst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4251960"/>
          </a:xfrm>
          <a:prstGeom prst="rect">
            <a:avLst/>
          </a:prstGeom>
          <a:solidFill>
            <a:schemeClr val="bg2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_bottom"/>
          <p:cNvSpPr>
            <a:spLocks noGrp="1"/>
          </p:cNvSpPr>
          <p:nvPr>
            <p:ph type="title"/>
          </p:nvPr>
        </p:nvSpPr>
        <p:spPr>
          <a:xfrm>
            <a:off x="447288" y="4702149"/>
            <a:ext cx="3555570" cy="1107996"/>
          </a:xfrm>
        </p:spPr>
        <p:txBody>
          <a:bodyPr/>
          <a:lstStyle>
            <a:lvl1pPr algn="r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EE43E7-0523-40E7-AD1F-B01E2EB6115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453269E-BC2F-418E-9F0D-E3DA4730308B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F822E9-12C2-40DB-9FD9-28B1289D837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240DF5-11E0-44FB-8A1B-8E55CB9E12C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063797"/>
      </p:ext>
    </p:extLst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ottom with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ottom"/>
          <p:cNvSpPr>
            <a:spLocks noGrp="1"/>
          </p:cNvSpPr>
          <p:nvPr>
            <p:ph type="title"/>
          </p:nvPr>
        </p:nvSpPr>
        <p:spPr>
          <a:xfrm>
            <a:off x="447288" y="4702149"/>
            <a:ext cx="3555570" cy="1107996"/>
          </a:xfrm>
        </p:spPr>
        <p:txBody>
          <a:bodyPr/>
          <a:lstStyle>
            <a:lvl1pPr algn="r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 Placeholder 5"/>
          <p:cNvSpPr>
            <a:spLocks noGrp="1"/>
          </p:cNvSpPr>
          <p:nvPr>
            <p:ph type="media" sz="quarter" idx="12"/>
          </p:nvPr>
        </p:nvSpPr>
        <p:spPr>
          <a:xfrm>
            <a:off x="0" y="0"/>
            <a:ext cx="12192000" cy="4251325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37C43B-6163-456E-BFB2-5796F5645B8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0FF48F6D-321E-4DB4-9118-9B5DB55AA0FA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979CD6-74AC-4238-9B81-981C9D3DC37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2F0F64-55AD-4D6C-978B-4B98F0260D7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509595"/>
      </p:ext>
    </p:extLst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pp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459" y="515462"/>
            <a:ext cx="10958541" cy="6001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8931000" y="1540800"/>
            <a:ext cx="2790000" cy="4714509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9440814" y="2440800"/>
            <a:ext cx="1770372" cy="294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6141000" y="1539000"/>
            <a:ext cx="2790000" cy="4714509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650814" y="2440800"/>
            <a:ext cx="1770372" cy="294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7356000" y="1211170"/>
            <a:ext cx="3150000" cy="5322830"/>
          </a:xfrm>
          <a:prstGeom prst="rect">
            <a:avLst/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7931597" y="2217364"/>
            <a:ext cx="1998806" cy="33104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3" name="Subtitle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70AD530-01B0-422C-B46F-148EFDB8DB70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2DB8A73B-A45E-4D15-9D7F-91D5AE1E2C51}" type="datetime1">
              <a:rPr lang="en-US" smtClean="0"/>
              <a:t>12/16/2025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EBDE4ED-7B31-4BCD-9E60-51116893946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FDA674F-1629-4A9C-8B84-E2AE171B816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498620"/>
      </p:ext>
    </p:extLst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pp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2366964"/>
            <a:ext cx="12192000" cy="1909762"/>
          </a:xfrm>
          <a:prstGeom prst="rect">
            <a:avLst/>
          </a:prstGeom>
          <a:solidFill>
            <a:schemeClr val="bg2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1146000" y="1360800"/>
            <a:ext cx="2295000" cy="3960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561000" y="21168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7"/>
          </p:nvPr>
        </p:nvSpPr>
        <p:spPr>
          <a:xfrm>
            <a:off x="4926000" y="1360800"/>
            <a:ext cx="2295000" cy="3960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28"/>
          </p:nvPr>
        </p:nvSpPr>
        <p:spPr>
          <a:xfrm>
            <a:off x="5346000" y="21168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9"/>
          </p:nvPr>
        </p:nvSpPr>
        <p:spPr>
          <a:xfrm>
            <a:off x="8751000" y="1360800"/>
            <a:ext cx="2295000" cy="3960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3" name="Picture Placeholder 8"/>
          <p:cNvSpPr>
            <a:spLocks noGrp="1"/>
          </p:cNvSpPr>
          <p:nvPr>
            <p:ph type="pic" sz="quarter" idx="30"/>
          </p:nvPr>
        </p:nvSpPr>
        <p:spPr>
          <a:xfrm>
            <a:off x="9169200" y="21168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2" name="Subtitle"/>
          <p:cNvSpPr>
            <a:spLocks noGrp="1"/>
          </p:cNvSpPr>
          <p:nvPr>
            <p:ph type="body" sz="quarter" idx="31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B45B447-70A5-4E37-B0FE-71D7D1436C13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6D65A007-D86D-4219-BFBE-06F03D333E37}" type="datetime1">
              <a:rPr lang="en-US" smtClean="0"/>
              <a:t>12/16/2025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58A7322-C0CE-440C-A0B7-63EDC4E032A7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C88C7B-844E-45C0-879F-EFA0D028048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560060"/>
      </p:ext>
    </p:extLst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pp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441000" y="1224000"/>
            <a:ext cx="3015000" cy="5266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985346" y="2217600"/>
            <a:ext cx="1926309" cy="3290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5736000" y="1224000"/>
            <a:ext cx="3015000" cy="5266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280346" y="2217600"/>
            <a:ext cx="1926309" cy="3290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" name="Sub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0713D0F-BF07-46BA-83DD-1625994D4104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B1489D3A-1DBC-415F-A68C-6CCAF3D1FB41}" type="datetime1">
              <a:rPr lang="en-US" smtClean="0"/>
              <a:t>12/16/2025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5D3AE7C-13BE-4C7C-BA7E-E9B2F42C345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3EAD434-5575-4258-ACE6-4C8BAF8F027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337796"/>
      </p:ext>
    </p:extLst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bile App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874400" y="1134000"/>
            <a:ext cx="2559600" cy="4510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5FE163-4071-4FD9-9D13-10E3756E14E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13430F1-2E48-4B0F-AEF4-BAC40EE5767B}" type="datetime1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4DC387-1F58-4FE4-9C85-01FFA87553C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946FF1-4E8B-4A5B-907A-11637792592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F3BD562-A815-4588-BC59-90027B93D6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934459"/>
      </p:ext>
    </p:extLst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bile App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50000" y="0"/>
            <a:ext cx="5842000" cy="6858000"/>
          </a:xfrm>
          <a:prstGeom prst="rect">
            <a:avLst/>
          </a:prstGeom>
        </p:spPr>
      </p:pic>
      <p:sp>
        <p:nvSpPr>
          <p:cNvPr id="14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8287200" y="1134000"/>
            <a:ext cx="2347200" cy="4185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59" y="515462"/>
            <a:ext cx="5468541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0" y="1105200"/>
            <a:ext cx="54872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13D6DE2-E423-4CE6-8A23-CEB5E3AC67C9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511EFD9C-786C-4C30-A420-96F9C654ED01}" type="datetime1">
              <a:rPr lang="en-US" smtClean="0"/>
              <a:t>12/16/2025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00C9257-6983-4160-8147-B48F26E945B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E1CB5E-8401-4C93-AEDC-530012FC211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1501E7F6-59BF-402A-A9EA-91EE4420095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462747"/>
      </p:ext>
    </p:extLst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pp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665600" y="1249200"/>
            <a:ext cx="2862000" cy="5194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5188194" y="2242800"/>
            <a:ext cx="1818000" cy="32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F6F0B41-135D-4F39-A84B-9AE2AB1C4E8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7AE0558-0C5C-46B3-BF40-9BC2E701048D}" type="datetime1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D04BED3-254D-45D7-8B0B-53626426AA1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F06A280-E5CC-4567-8C00-73F6E3945EF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980771"/>
      </p:ext>
    </p:extLst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t App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8256000" cy="685800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59" y="515462"/>
            <a:ext cx="5468541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7803000" y="604800"/>
            <a:ext cx="4233600" cy="568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8570698" y="1576372"/>
            <a:ext cx="2787605" cy="37502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5770800" y="36000"/>
            <a:ext cx="4784400" cy="6631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20"/>
          </p:nvPr>
        </p:nvSpPr>
        <p:spPr>
          <a:xfrm>
            <a:off x="6541026" y="1169231"/>
            <a:ext cx="3249949" cy="43722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4" name="Subtitle_half_left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54872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EBF27E-B53B-4EEE-919A-6D07376F1D74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6131B849-E525-40D0-BF42-AAC5B32DC5C4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CACEA-FF81-4900-A2D9-643058B021F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3D3905F-89D3-4FA9-A334-DD50EDFB26F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884CDFC2-3814-49AD-9B88-6DF5E3C491D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580206"/>
      </p:ext>
    </p:extLst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t App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222800" y="1263600"/>
            <a:ext cx="3758400" cy="5209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4825585" y="2152650"/>
            <a:ext cx="2553531" cy="3435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09BD8C1-F0EB-4A5A-9881-B1C4860E9DF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F2ECA7A-5799-4CF9-AFD1-8FAE76C73FAB}" type="datetime1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1B92639-8948-4DC4-A950-3B79A5FBFB5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4A765E0-A241-429E-98A1-D768959017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96334"/>
      </p:ext>
    </p:extLst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t App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8256000" cy="685800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59" y="515462"/>
            <a:ext cx="5468541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5810400" y="43200"/>
            <a:ext cx="6382800" cy="658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7176000" y="909000"/>
            <a:ext cx="5016000" cy="48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9" name="Subtitle_half_left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0" y="1105200"/>
            <a:ext cx="54872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7AEC9B-7C4E-4E0D-8907-7F75C65AB1FE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BA34D2BE-CED8-4CF3-8FD9-599BB2F5964A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3351AB-F7C5-4B6F-A3C4-0A46840E988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278B27-5FDB-40C9-A127-92DC2686B52D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4D29DE6-2CF4-4730-8029-496F43CE98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455276"/>
      </p:ext>
    </p:extLst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44400" y="349200"/>
            <a:ext cx="6148800" cy="5986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459" y="515462"/>
            <a:ext cx="6028441" cy="6001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7493000" y="984250"/>
            <a:ext cx="4699000" cy="4578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0" y="1105200"/>
            <a:ext cx="60587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94B0C7F-6089-4CC6-A439-DBD7704417F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E372DBBF-FBE4-4594-8716-183C31DF091A}" type="datetime1">
              <a:rPr lang="en-US" smtClean="0"/>
              <a:t>12/16/2025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065E0A65-F22C-45B6-B330-436A96D2281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9AF1C68-738B-4327-9E72-76E8227FA9F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623631"/>
      </p:ext>
    </p:extLst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67200" y="1652400"/>
            <a:ext cx="7480800" cy="4384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435100" y="2120901"/>
            <a:ext cx="5340349" cy="3346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3DAE7CA-97A1-41B8-9666-C7E486499FD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98F8ED6-B3C7-4BB9-8F59-8BDFBE9142B7}" type="datetime1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5270C28-F864-412E-84CD-7375A78D72F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1E4CDE2-0F2C-4D7D-8CF4-8F169EBB4A3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277770"/>
      </p:ext>
    </p:extLst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730400" y="1411200"/>
            <a:ext cx="7930800" cy="469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5861051" y="1911350"/>
            <a:ext cx="5664200" cy="3581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9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EA20858-6B41-4D20-B87D-2EBFB0394C4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A3B8F92-0651-4560-910E-2C37B7012433}" type="datetime1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08CD42F-548C-4A63-BC81-5637E69CB27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7E47BA1-5DA3-48A5-B6C2-7BA79B9A090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787019"/>
      </p:ext>
    </p:extLst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ndroid Tablet App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8256000" cy="685800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59" y="515462"/>
            <a:ext cx="5468541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7803000" y="604800"/>
            <a:ext cx="4233600" cy="568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8570698" y="1576372"/>
            <a:ext cx="2787605" cy="37502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5770800" y="36000"/>
            <a:ext cx="4784400" cy="6631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20"/>
          </p:nvPr>
        </p:nvSpPr>
        <p:spPr>
          <a:xfrm>
            <a:off x="6541026" y="1169231"/>
            <a:ext cx="3249949" cy="43722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4" name="Subtitle_half_left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54872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ACAA0F-99E7-42B8-AF32-D3134903CBA1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5F3AFC6F-AECC-4CAF-AB34-8C6BD4B74781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C3873-B063-4B65-A404-851881713D3D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AA0723E-18C9-4D6C-90CF-AF01A8288DB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16427DD6-6ED7-4536-89A5-F5BBC67B551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395898"/>
      </p:ext>
    </p:extLst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F12C7-8DA9-4D08-8EAA-B423D8F0D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080D6-ED04-45EF-99CF-090EFDE6A892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DE23E2-D467-4DD8-9EA2-2516AB34B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E243A2-3959-4F3C-B88E-591F9C738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215496"/>
      </p:ext>
    </p:extLst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03958" y="5448673"/>
            <a:ext cx="4331520" cy="86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857087"/>
      </p:ext>
    </p:extLst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903D77-C38F-48C5-87FE-F7C8BE2BD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B8D99-0A6B-43C9-AABB-29FE685142ED}" type="datetime1">
              <a:rPr lang="en-US" smtClean="0"/>
              <a:t>12/16/2025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8DC488-271F-4DEE-AACE-F311D3F51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937CAC8-F2B9-482A-BCCD-D72DAA6B2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237374"/>
      </p:ext>
    </p:extLst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6CF9399-E19A-42AD-9102-574DBF864B8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E253BC9B-DC43-495D-9E3A-5F13B0E5F909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BBE2F4-47F6-4539-98A9-3A6264A0768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C31A64-C2D1-4411-9736-A2771EF72EC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496259"/>
      </p:ext>
    </p:extLst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pening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537459" y="2404367"/>
            <a:ext cx="11117083" cy="707886"/>
          </a:xfrm>
        </p:spPr>
        <p:txBody>
          <a:bodyPr/>
          <a:lstStyle>
            <a:lvl1pPr>
              <a:defRPr sz="4000" spc="0" baseline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647048" y="1849212"/>
            <a:ext cx="1649793" cy="349702"/>
          </a:xfrm>
          <a:prstGeom prst="rect">
            <a:avLst/>
          </a:prstGeom>
          <a:solidFill>
            <a:schemeClr val="accent1"/>
          </a:solidFill>
        </p:spPr>
        <p:txBody>
          <a:bodyPr wrap="none" lIns="324000" tIns="36000" rIns="324000" bIns="36000" anchor="ctr" anchorCtr="0">
            <a:spAutoFit/>
          </a:bodyPr>
          <a:lstStyle>
            <a:lvl1pPr marL="0" indent="0" algn="l">
              <a:lnSpc>
                <a:spcPct val="100000"/>
              </a:lnSpc>
              <a:buNone/>
              <a:defRPr>
                <a:solidFill>
                  <a:srgbClr val="FFFFFF"/>
                </a:solidFill>
                <a:latin typeface="Arial" panose="020B0604020202020204" pitchFamily="34" charset="0"/>
                <a:ea typeface="Arial" panose="020B07060308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Add Date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F8048B1-5DAF-4827-879E-F41ADFB9C9D8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AC37A52A-1FC1-4254-877D-2FE8E5A38233}" type="datetime1">
              <a:rPr lang="en-US" smtClean="0"/>
              <a:t>12/16/2025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45F7E6-634E-4302-A2B9-6DA5A134AEB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DE372451-3C6B-4494-B90C-F08AA837D4C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 flipV="1">
            <a:off x="619200" y="6437881"/>
            <a:ext cx="11035342" cy="45719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3206" y="5622285"/>
            <a:ext cx="4167888" cy="83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245150"/>
      </p:ext>
    </p:extLst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peni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351224" y="0"/>
            <a:ext cx="5840776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0" name="Title_half_left"/>
          <p:cNvSpPr>
            <a:spLocks noGrp="1"/>
          </p:cNvSpPr>
          <p:nvPr>
            <p:ph type="title"/>
          </p:nvPr>
        </p:nvSpPr>
        <p:spPr>
          <a:xfrm>
            <a:off x="537458" y="2404367"/>
            <a:ext cx="5440647" cy="1323439"/>
          </a:xfrm>
        </p:spPr>
        <p:txBody>
          <a:bodyPr/>
          <a:lstStyle>
            <a:lvl1pPr>
              <a:defRPr sz="4000" spc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194C0A-E376-41FA-B979-60FD5FBA6D67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A062253-0710-456E-9C37-AC6796BD2E54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8F06B7-3389-4583-B813-C69C60A938F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CB694DF-8E91-4DB6-92E9-CC61AFE0310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flipV="1">
            <a:off x="619200" y="6429600"/>
            <a:ext cx="11037600" cy="5400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115584"/>
      </p:ext>
    </p:extLst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81A89-5246-41E7-BC60-CF27AABF3B9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0"/>
            <a:ext cx="12192000" cy="6858000"/>
          </a:xfrm>
          <a:solidFill>
            <a:schemeClr val="accent2">
              <a:alpha val="8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noFill/>
              </a:defRPr>
            </a:lvl1pPr>
            <a:lvl2pPr marL="266700" indent="0">
              <a:buNone/>
              <a:defRPr sz="800">
                <a:noFill/>
              </a:defRPr>
            </a:lvl2pPr>
            <a:lvl3pPr marL="914400" indent="0">
              <a:buNone/>
              <a:defRPr sz="800">
                <a:noFill/>
              </a:defRPr>
            </a:lvl3pPr>
            <a:lvl4pPr marL="1371600" indent="0">
              <a:buNone/>
              <a:defRPr sz="800">
                <a:noFill/>
              </a:defRPr>
            </a:lvl4pPr>
            <a:lvl5pPr marL="1828800" indent="0">
              <a:buNone/>
              <a:defRPr sz="800">
                <a:noFill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A47A3-39AE-4E1A-83F5-286C0C53F32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DC437FFE-D98C-4304-BF05-CDDFA95C608D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248FC3-E567-4D5A-9D27-DF4E3FFC974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F4F30A-590F-4B7F-95E1-ACBB520F846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3206" y="5622285"/>
            <a:ext cx="4167888" cy="83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154082"/>
      </p:ext>
    </p:extLst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title with backgroun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0BDA9A5-DEAD-44A6-9EF9-630C3E33D17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0"/>
            <a:ext cx="12192000" cy="6858000"/>
          </a:xfrm>
          <a:solidFill>
            <a:schemeClr val="accent2">
              <a:alpha val="8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noFill/>
              </a:defRPr>
            </a:lvl1pPr>
            <a:lvl2pPr marL="266700" indent="0">
              <a:buNone/>
              <a:defRPr sz="800">
                <a:noFill/>
              </a:defRPr>
            </a:lvl2pPr>
            <a:lvl3pPr marL="914400" indent="0">
              <a:buNone/>
              <a:defRPr sz="800">
                <a:noFill/>
              </a:defRPr>
            </a:lvl3pPr>
            <a:lvl4pPr marL="1371600" indent="0">
              <a:buNone/>
              <a:defRPr sz="800">
                <a:noFill/>
              </a:defRPr>
            </a:lvl4pPr>
            <a:lvl5pPr marL="1828800" indent="0">
              <a:buNone/>
              <a:defRPr sz="800">
                <a:noFill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25D7A3F9-4CE6-4418-91D1-530BA366636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_whit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_whit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4178E80-7C7F-4B2A-B333-017E72971F8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FA47DC1-6609-4951-8954-4122407C2785}" type="datetime1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23CC4A5-D8A8-46CE-86CA-85FBD13C34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1CD2099-9E91-4801-B121-C24EAB09B3F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3206" y="5622285"/>
            <a:ext cx="4167888" cy="83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36244"/>
      </p:ext>
    </p:extLst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background 2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537459" y="515462"/>
            <a:ext cx="11117083" cy="800219"/>
          </a:xfrm>
        </p:spPr>
        <p:txBody>
          <a:bodyPr/>
          <a:lstStyle>
            <a:lvl1pPr>
              <a:defRPr sz="460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80F82D5-4272-47F0-99AE-DB1F40480A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46C6C0F-2A33-4801-964D-72D366FBCB92}" type="datetime1">
              <a:rPr lang="en-US" smtClean="0"/>
              <a:t>12/16/2025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B13454B-6C01-436E-B89E-543635C6F78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BD097A8-C160-4E89-A228-8D8A9EDE5C5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6776F571-BA84-4921-805F-FC0D34746B7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3206" y="5622285"/>
            <a:ext cx="4167888" cy="83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636371"/>
      </p:ext>
    </p:extLst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bottom with backgroun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" name="Title_big_bottom"/>
          <p:cNvSpPr>
            <a:spLocks noGrp="1"/>
          </p:cNvSpPr>
          <p:nvPr>
            <p:ph type="title"/>
          </p:nvPr>
        </p:nvSpPr>
        <p:spPr>
          <a:xfrm>
            <a:off x="537459" y="4376267"/>
            <a:ext cx="11117083" cy="800219"/>
          </a:xfrm>
        </p:spPr>
        <p:txBody>
          <a:bodyPr/>
          <a:lstStyle>
            <a:lvl1pPr>
              <a:defRPr sz="460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DBEFAB-9DE0-4ADC-8C42-DEF0E83E5EB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627439E-54F0-45C5-921D-89D7EFB6DF9F}" type="datetime1">
              <a:rPr lang="en-US" smtClean="0"/>
              <a:t>12/16/2025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94440DC-6B4E-4A94-91D1-D67631B6AF5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D51FCF1-279E-473C-AE4F-C4282F7DFC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DF59F4E3-4D7E-4010-A75B-90764051483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3206" y="5622285"/>
            <a:ext cx="4167888" cy="83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135409"/>
      </p:ext>
    </p:extLst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enter with 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2242484"/>
            <a:ext cx="11117083" cy="800219"/>
          </a:xfrm>
        </p:spPr>
        <p:txBody>
          <a:bodyPr anchor="t" anchorCtr="0"/>
          <a:lstStyle>
            <a:lvl1pPr algn="ctr">
              <a:lnSpc>
                <a:spcPct val="100000"/>
              </a:lnSpc>
              <a:defRPr sz="4600" b="0" spc="0" baseline="0">
                <a:solidFill>
                  <a:srgbClr val="FFFFFF"/>
                </a:solidFill>
                <a:latin typeface="Arial" panose="020B0604020202020204" pitchFamily="34" charset="0"/>
                <a:ea typeface="Arial" panose="020B07060308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0398F9-92B9-40BC-A5B0-3E5CA40334C7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833558BB-BB7D-4E96-A537-AD4AA7CEF04D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B9095C-C471-453A-AF85-9F5FAB275A1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A1B894-BF94-4263-8552-08168238AC5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B41ABFA-BED8-483D-A4D5-26249C8BAE0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3206" y="5622285"/>
            <a:ext cx="4167888" cy="83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552380"/>
      </p:ext>
    </p:extLst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middle with 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2995024"/>
            <a:ext cx="11117083" cy="800219"/>
          </a:xfrm>
        </p:spPr>
        <p:txBody>
          <a:bodyPr anchor="ctr" anchorCtr="0"/>
          <a:lstStyle>
            <a:lvl1pPr algn="ctr">
              <a:lnSpc>
                <a:spcPct val="100000"/>
              </a:lnSpc>
              <a:defRPr sz="4600" b="0" spc="0" baseline="0">
                <a:solidFill>
                  <a:srgbClr val="FFFFFF"/>
                </a:solidFill>
                <a:latin typeface="Arial" panose="020B0604020202020204" pitchFamily="34" charset="0"/>
                <a:ea typeface="Arial" panose="020B07060308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B923B1-58E0-4DAE-8ED1-6E475B068ABE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7F0B63DA-609C-4E18-9487-F37E37C92C03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1D8D40-3719-4E11-8B4A-B2EFEEBA235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CF192A-F57D-4B11-BA41-989A9771597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ECFD4AC0-2491-4969-B0F1-FEC3BF7575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3206" y="5622285"/>
            <a:ext cx="4167888" cy="83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7986"/>
      </p:ext>
    </p:extLst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enter with background 2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1188800"/>
            <a:ext cx="11117083" cy="800219"/>
          </a:xfrm>
        </p:spPr>
        <p:txBody>
          <a:bodyPr anchor="t" anchorCtr="0"/>
          <a:lstStyle>
            <a:lvl1pPr algn="ctr">
              <a:lnSpc>
                <a:spcPct val="100000"/>
              </a:lnSpc>
              <a:defRPr sz="4600" b="0" spc="0" baseline="0">
                <a:solidFill>
                  <a:srgbClr val="FFFFFF"/>
                </a:solidFill>
                <a:latin typeface="Arial" panose="020B0604020202020204" pitchFamily="34" charset="0"/>
                <a:ea typeface="Arial" panose="020B07060308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C35752-42FF-45EB-947E-BBF4EFF3523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C4C9F4FD-22A1-4990-B892-E6864273FEFB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683814-2EBD-42C0-A671-9EB4EE7A774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AB64B1-701B-49FF-B056-491455B27CA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8B16485-3AD0-4995-810B-E99B162CFE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3206" y="5622285"/>
            <a:ext cx="4167888" cy="83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059179"/>
      </p:ext>
    </p:extLst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enter with background 3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1843561"/>
            <a:ext cx="11117083" cy="800219"/>
          </a:xfrm>
        </p:spPr>
        <p:txBody>
          <a:bodyPr anchor="t" anchorCtr="0"/>
          <a:lstStyle>
            <a:lvl1pPr algn="ctr">
              <a:lnSpc>
                <a:spcPct val="100000"/>
              </a:lnSpc>
              <a:defRPr sz="4600" b="0" spc="0" baseline="0">
                <a:solidFill>
                  <a:srgbClr val="FFFFFF"/>
                </a:solidFill>
                <a:latin typeface="Arial" panose="020B0604020202020204" pitchFamily="34" charset="0"/>
                <a:ea typeface="Arial" panose="020B07060308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71709E-8F89-461F-BBFB-A2DBD1E604C8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B503280A-BE36-41B7-AFDB-63EBA50D76FF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2C1C6E-067C-4F5A-B424-000CB7E68BA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8ED09-8F9E-46F9-B76A-3E44CC3648A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F9D12B9-E67D-4801-BA34-1788E80224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3206" y="5622285"/>
            <a:ext cx="4167888" cy="83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832928"/>
      </p:ext>
    </p:extLst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3001960"/>
            <a:ext cx="11117083" cy="1892826"/>
          </a:xfrm>
        </p:spPr>
        <p:txBody>
          <a:bodyPr anchor="t" anchorCtr="0"/>
          <a:lstStyle>
            <a:lvl1pPr algn="ctr">
              <a:lnSpc>
                <a:spcPct val="90000"/>
              </a:lnSpc>
              <a:defRPr sz="6500" b="1" spc="0" baseline="0">
                <a:solidFill>
                  <a:srgbClr val="FFFFFF"/>
                </a:solidFill>
                <a:latin typeface="Arial" panose="020B0604020202020204" pitchFamily="34" charset="0"/>
                <a:ea typeface="Arial" panose="020B07060308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EADD1E-C3E4-44E6-A02C-7CEF010684C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46C75BA-579D-40BB-A8EC-8C4C5AB546EB}" type="datetime1">
              <a:rPr lang="en-US" smtClean="0"/>
              <a:t>12/16/2025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55E1EA5-3FEC-4D19-9346-9EDFA42CFA9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E23734A-B219-45D8-AB7B-1C03FA91723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448FFF29-5A5D-4B53-9168-6EEF72CB23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3206" y="5622285"/>
            <a:ext cx="4167888" cy="83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691197"/>
      </p:ext>
    </p:extLst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title &amp; half backgroun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left"/>
          <p:cNvSpPr>
            <a:spLocks noGrp="1"/>
          </p:cNvSpPr>
          <p:nvPr>
            <p:ph type="title"/>
          </p:nvPr>
        </p:nvSpPr>
        <p:spPr>
          <a:xfrm>
            <a:off x="537460" y="515462"/>
            <a:ext cx="5245824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351224" y="0"/>
            <a:ext cx="5840776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4" hasCustomPrompt="1"/>
          </p:nvPr>
        </p:nvSpPr>
        <p:spPr>
          <a:xfrm>
            <a:off x="536401" y="1105200"/>
            <a:ext cx="5258610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3F628F-0268-4F52-B410-AD70434B858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DCFD544-B8C9-4C05-8121-D6494AC6028D}" type="datetime1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4C7E8F7-8B78-49D3-BF6A-45457B31911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33B01D8-AEB6-465F-9707-8E07D0E92AB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A104173-8F4E-41CD-A0C7-E5E4DF137E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795044"/>
      </p:ext>
    </p:extLst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half backgroun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right"/>
          <p:cNvSpPr>
            <a:spLocks noGrp="1"/>
          </p:cNvSpPr>
          <p:nvPr userDrawn="1">
            <p:ph type="title"/>
          </p:nvPr>
        </p:nvSpPr>
        <p:spPr>
          <a:xfrm>
            <a:off x="6273801" y="2390232"/>
            <a:ext cx="5380741" cy="1415772"/>
          </a:xfrm>
        </p:spPr>
        <p:txBody>
          <a:bodyPr/>
          <a:lstStyle>
            <a:lvl1pPr>
              <a:defRPr sz="4300"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842000" cy="6858000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C515D5-1E46-46BA-AC33-AA231F41A3B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1A99016-EE8A-4865-9A9F-49DCAFAF91EE}" type="datetime1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68A811-E391-4171-B488-B3087DE105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36A7F3-E97F-446E-97F4-D3ECA64F58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B8CCBAEF-66F6-46E1-827C-881AC61E3FF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407958"/>
      </p:ext>
    </p:extLst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enter &amp; half backgrou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351224" y="0"/>
            <a:ext cx="5840776" cy="6858000"/>
          </a:xfrm>
          <a:prstGeom prst="rect">
            <a:avLst/>
          </a:prstGeom>
          <a:solidFill>
            <a:schemeClr val="accent5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Title_half_left"/>
          <p:cNvSpPr>
            <a:spLocks noGrp="1"/>
          </p:cNvSpPr>
          <p:nvPr>
            <p:ph type="title"/>
          </p:nvPr>
        </p:nvSpPr>
        <p:spPr>
          <a:xfrm>
            <a:off x="605193" y="2178236"/>
            <a:ext cx="5245825" cy="1508105"/>
          </a:xfrm>
        </p:spPr>
        <p:txBody>
          <a:bodyPr anchor="t" anchorCtr="0"/>
          <a:lstStyle>
            <a:lvl1pPr algn="ctr">
              <a:defRPr sz="4600" spc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0BFCAB-F8D0-4E89-B542-E7DC057220D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DE5D379-904A-4655-AA5E-A5FE836148AC}" type="datetime1">
              <a:rPr lang="en-US" smtClean="0"/>
              <a:t>12/16/2025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9172DCE-7F83-44D2-8A44-188A460B3F8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207C9B-AEFB-4DA4-A7CB-DD26C5E6139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0AFA9FD8-9BA9-4052-A232-3F35EEAFD5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067386"/>
      </p:ext>
    </p:extLst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title &amp; half color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left"/>
          <p:cNvSpPr>
            <a:spLocks noGrp="1"/>
          </p:cNvSpPr>
          <p:nvPr>
            <p:ph type="title"/>
          </p:nvPr>
        </p:nvSpPr>
        <p:spPr>
          <a:xfrm>
            <a:off x="537460" y="515462"/>
            <a:ext cx="5245824" cy="600164"/>
          </a:xfrm>
        </p:spPr>
        <p:txBody>
          <a:bodyPr>
            <a:norm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51223" y="0"/>
            <a:ext cx="5840777" cy="6858000"/>
          </a:xfrm>
          <a:prstGeom prst="rect">
            <a:avLst/>
          </a:prstGeom>
          <a:solidFill>
            <a:schemeClr val="bg2"/>
          </a:solidFill>
          <a:ln w="0">
            <a:solidFill>
              <a:schemeClr val="bg2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1" y="1105200"/>
            <a:ext cx="5258610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50361C6-0228-4E22-9DF7-8754BF35FC9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984F870-84DA-4D6E-B68A-A80628F3EBB3}" type="datetime1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894F237-AAE5-497D-98F8-F07CE65ED9C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2597049-9163-42F5-A053-A8D6286E938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4C9E5F47-B314-4667-8B7D-E99CFCAEFAE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192187"/>
      </p:ext>
    </p:extLst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6456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3708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88212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0960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2" name="Sub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FA9B5-1658-49F7-AB67-8BEF37DF3F57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B8A2D79D-E478-4F15-9DC2-08BDCDBDA145}" type="datetime1">
              <a:rPr lang="en-US" smtClean="0"/>
              <a:t>12/16/2025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3ADB9510-FC99-4F9C-A8FF-43CF51FB62E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496C0A7-8286-4ADA-A0CC-90C66A5237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469520"/>
      </p:ext>
    </p:extLst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859631" y="1683496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715543" y="1683496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571455" y="1683496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5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9427368" y="1683496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859631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7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3715543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8" name="Picture Placeholder 7"/>
          <p:cNvSpPr>
            <a:spLocks noGrp="1"/>
          </p:cNvSpPr>
          <p:nvPr>
            <p:ph type="pic" sz="quarter" idx="18"/>
          </p:nvPr>
        </p:nvSpPr>
        <p:spPr>
          <a:xfrm>
            <a:off x="6571455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9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9427368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21" name="Sub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E9C923-A726-4BBF-9200-72B84222DEA2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160E5C39-2F29-44D4-8A05-FBE9CD388DC1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7876EC-A008-46FF-B4D8-37D42041618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1A8AFD-57D6-4C4A-8739-CCA288232E10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877514"/>
      </p:ext>
    </p:extLst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645600" y="1678732"/>
            <a:ext cx="3283462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5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4454268" y="1678732"/>
            <a:ext cx="3283462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20"/>
          </p:nvPr>
        </p:nvSpPr>
        <p:spPr>
          <a:xfrm>
            <a:off x="8262936" y="1678732"/>
            <a:ext cx="3283462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9" name="Sub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C9DA59-2A2F-4B2C-BDF6-6F7E5566D5C9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F61104B5-9D98-42D7-AFFE-82C6070569EE}" type="datetime1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7F92D4A-E29B-465D-B408-6019A2FC01C6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973361D-6091-4AA8-B60C-CE6408A9EB8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769101"/>
      </p:ext>
    </p:extLst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238F8B1-55E1-43CF-B733-9F4DF570D48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EBCFFFC-32F0-4F06-8F55-BDF3FAD91993}" type="datetime1">
              <a:rPr lang="en-US" smtClean="0"/>
              <a:t>12/16/2025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BB75BAD-5572-434F-AAE1-89A0FDD0099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4818F1A-CAAB-4689-B21F-EA907A2DCC1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549602"/>
      </p:ext>
    </p:extLst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siness Canv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633413" y="1679972"/>
            <a:ext cx="2147365" cy="2771775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2849563" y="1679972"/>
            <a:ext cx="2122487" cy="1355328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2849563" y="3096419"/>
            <a:ext cx="2122487" cy="1355328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040835" y="1679972"/>
            <a:ext cx="2109265" cy="2771775"/>
          </a:xfrm>
          <a:prstGeom prst="rect">
            <a:avLst/>
          </a:prstGeom>
          <a:solidFill>
            <a:schemeClr val="accent2"/>
          </a:solidFill>
          <a:ln w="0">
            <a:solidFill>
              <a:schemeClr val="accent2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7218885" y="1679972"/>
            <a:ext cx="2122487" cy="1355328"/>
          </a:xfrm>
          <a:prstGeom prst="rect">
            <a:avLst/>
          </a:prstGeom>
          <a:solidFill>
            <a:schemeClr val="accent3"/>
          </a:solidFill>
          <a:ln w="0">
            <a:solidFill>
              <a:schemeClr val="accent3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218885" y="3096419"/>
            <a:ext cx="2122487" cy="1355328"/>
          </a:xfrm>
          <a:prstGeom prst="rect">
            <a:avLst/>
          </a:prstGeom>
          <a:solidFill>
            <a:schemeClr val="accent3"/>
          </a:solidFill>
          <a:ln w="0">
            <a:solidFill>
              <a:schemeClr val="accent3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9412280" y="1679972"/>
            <a:ext cx="2147365" cy="2771775"/>
          </a:xfrm>
          <a:prstGeom prst="rect">
            <a:avLst/>
          </a:prstGeom>
          <a:solidFill>
            <a:schemeClr val="accent3"/>
          </a:solidFill>
          <a:ln w="0">
            <a:solidFill>
              <a:schemeClr val="accent3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3413" y="4514865"/>
            <a:ext cx="5430837" cy="1521985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9"/>
          </p:nvPr>
        </p:nvSpPr>
        <p:spPr>
          <a:xfrm>
            <a:off x="6128808" y="4514865"/>
            <a:ext cx="5430837" cy="1521985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5" name="Sub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1C76EB7D-C55C-40C6-869B-E6CA6720DF69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7ED69BEC-FEEB-48C5-BB50-F477F1B8FC48}" type="datetime1">
              <a:rPr lang="en-US" smtClean="0"/>
              <a:t>12/16/2025</a:t>
            </a:fld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64F2EC9A-D15E-4441-B560-0718DDC1AD87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C97EC291-EC8F-4F03-85BF-3F568FFEECA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81106"/>
      </p:ext>
    </p:extLst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enter &amp; top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42516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Title_center_white"/>
          <p:cNvSpPr>
            <a:spLocks noGrp="1"/>
          </p:cNvSpPr>
          <p:nvPr>
            <p:ph type="title"/>
          </p:nvPr>
        </p:nvSpPr>
        <p:spPr>
          <a:xfrm>
            <a:off x="537459" y="1393077"/>
            <a:ext cx="11117083" cy="854080"/>
          </a:xfrm>
        </p:spPr>
        <p:txBody>
          <a:bodyPr/>
          <a:lstStyle>
            <a:lvl1pPr algn="ctr">
              <a:lnSpc>
                <a:spcPct val="90000"/>
              </a:lnSpc>
              <a:defRPr sz="550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39C9BD-6F90-4915-A3FD-AFCFCCFE34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31161FA-9A19-4F7D-976A-9ADFCA0A891B}" type="datetime1">
              <a:rPr lang="en-US" smtClean="0"/>
              <a:t>12/16/2025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F6CA49-CCC6-45EA-8782-AD39BBBCD51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B88E1F-AD8E-42D7-9679-27A6449CACE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712092"/>
      </p:ext>
    </p:extLst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top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4251325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6" name="Title_white"/>
          <p:cNvSpPr>
            <a:spLocks noGrp="1"/>
          </p:cNvSpPr>
          <p:nvPr>
            <p:ph type="title"/>
          </p:nvPr>
        </p:nvSpPr>
        <p:spPr>
          <a:xfrm>
            <a:off x="537459" y="515462"/>
            <a:ext cx="11117083" cy="60016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_white"/>
          <p:cNvSpPr>
            <a:spLocks noGrp="1"/>
          </p:cNvSpPr>
          <p:nvPr>
            <p:ph type="body" sz="quarter" idx="14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3B142DC-A7E2-4BF8-8E37-C5A3943C895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87B1ED7-2C28-4272-AD3D-7D2846BC8CEC}" type="datetime1">
              <a:rPr lang="en-US" smtClean="0"/>
              <a:t>12/16/2025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CFD878-579B-46FE-AC17-34CE591C44A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7097CE-E742-4C14-B977-226002FE1FA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453747"/>
      </p:ext>
    </p:extLst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4251960"/>
          </a:xfrm>
          <a:prstGeom prst="rect">
            <a:avLst/>
          </a:prstGeom>
          <a:solidFill>
            <a:schemeClr val="bg2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_bottom"/>
          <p:cNvSpPr>
            <a:spLocks noGrp="1"/>
          </p:cNvSpPr>
          <p:nvPr>
            <p:ph type="title"/>
          </p:nvPr>
        </p:nvSpPr>
        <p:spPr>
          <a:xfrm>
            <a:off x="447288" y="4702149"/>
            <a:ext cx="3555570" cy="1107996"/>
          </a:xfrm>
        </p:spPr>
        <p:txBody>
          <a:bodyPr/>
          <a:lstStyle>
            <a:lvl1pPr algn="r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EE43E7-0523-40E7-AD1F-B01E2EB6115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453269E-BC2F-418E-9F0D-E3DA4730308B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F822E9-12C2-40DB-9FD9-28B1289D837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240DF5-11E0-44FB-8A1B-8E55CB9E12C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546939"/>
      </p:ext>
    </p:extLst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ottom with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ottom"/>
          <p:cNvSpPr>
            <a:spLocks noGrp="1"/>
          </p:cNvSpPr>
          <p:nvPr>
            <p:ph type="title"/>
          </p:nvPr>
        </p:nvSpPr>
        <p:spPr>
          <a:xfrm>
            <a:off x="447288" y="4702149"/>
            <a:ext cx="3555570" cy="1107996"/>
          </a:xfrm>
        </p:spPr>
        <p:txBody>
          <a:bodyPr/>
          <a:lstStyle>
            <a:lvl1pPr algn="r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 Placeholder 5"/>
          <p:cNvSpPr>
            <a:spLocks noGrp="1"/>
          </p:cNvSpPr>
          <p:nvPr>
            <p:ph type="media" sz="quarter" idx="12"/>
          </p:nvPr>
        </p:nvSpPr>
        <p:spPr>
          <a:xfrm>
            <a:off x="0" y="0"/>
            <a:ext cx="12192000" cy="4251325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37C43B-6163-456E-BFB2-5796F5645B8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0FF48F6D-321E-4DB4-9118-9B5DB55AA0FA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979CD6-74AC-4238-9B81-981C9D3DC37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2F0F64-55AD-4D6C-978B-4B98F0260D7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70132"/>
      </p:ext>
    </p:extLst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pp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459" y="515462"/>
            <a:ext cx="10958541" cy="6001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8931000" y="1540800"/>
            <a:ext cx="2790000" cy="4714509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9440814" y="2440800"/>
            <a:ext cx="1770372" cy="294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6141000" y="1539000"/>
            <a:ext cx="2790000" cy="4714509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650814" y="2440800"/>
            <a:ext cx="1770372" cy="294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7356000" y="1211170"/>
            <a:ext cx="3150000" cy="5322830"/>
          </a:xfrm>
          <a:prstGeom prst="rect">
            <a:avLst/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7931597" y="2217364"/>
            <a:ext cx="1998806" cy="33104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3" name="Subtitle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70AD530-01B0-422C-B46F-148EFDB8DB70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2DB8A73B-A45E-4D15-9D7F-91D5AE1E2C51}" type="datetime1">
              <a:rPr lang="en-US" smtClean="0"/>
              <a:t>12/16/2025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EBDE4ED-7B31-4BCD-9E60-51116893946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FDA674F-1629-4A9C-8B84-E2AE171B816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812540"/>
      </p:ext>
    </p:extLst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pp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2366964"/>
            <a:ext cx="12192000" cy="1909762"/>
          </a:xfrm>
          <a:prstGeom prst="rect">
            <a:avLst/>
          </a:prstGeom>
          <a:solidFill>
            <a:schemeClr val="bg2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1146000" y="1360800"/>
            <a:ext cx="2295000" cy="3960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561000" y="21168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7"/>
          </p:nvPr>
        </p:nvSpPr>
        <p:spPr>
          <a:xfrm>
            <a:off x="4926000" y="1360800"/>
            <a:ext cx="2295000" cy="3960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28"/>
          </p:nvPr>
        </p:nvSpPr>
        <p:spPr>
          <a:xfrm>
            <a:off x="5346000" y="21168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9"/>
          </p:nvPr>
        </p:nvSpPr>
        <p:spPr>
          <a:xfrm>
            <a:off x="8751000" y="1360800"/>
            <a:ext cx="2295000" cy="3960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3" name="Picture Placeholder 8"/>
          <p:cNvSpPr>
            <a:spLocks noGrp="1"/>
          </p:cNvSpPr>
          <p:nvPr>
            <p:ph type="pic" sz="quarter" idx="30"/>
          </p:nvPr>
        </p:nvSpPr>
        <p:spPr>
          <a:xfrm>
            <a:off x="9169200" y="21168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2" name="Subtitle"/>
          <p:cNvSpPr>
            <a:spLocks noGrp="1"/>
          </p:cNvSpPr>
          <p:nvPr>
            <p:ph type="body" sz="quarter" idx="31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B45B447-70A5-4E37-B0FE-71D7D1436C13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6D65A007-D86D-4219-BFBE-06F03D333E37}" type="datetime1">
              <a:rPr lang="en-US" smtClean="0"/>
              <a:t>12/16/2025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58A7322-C0CE-440C-A0B7-63EDC4E032A7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C88C7B-844E-45C0-879F-EFA0D028048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633389"/>
      </p:ext>
    </p:extLst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pp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441000" y="1224000"/>
            <a:ext cx="3015000" cy="5266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985346" y="2217600"/>
            <a:ext cx="1926309" cy="3290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5736000" y="1224000"/>
            <a:ext cx="3015000" cy="5266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280346" y="2217600"/>
            <a:ext cx="1926309" cy="3290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" name="Sub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0713D0F-BF07-46BA-83DD-1625994D4104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B1489D3A-1DBC-415F-A68C-6CCAF3D1FB41}" type="datetime1">
              <a:rPr lang="en-US" smtClean="0"/>
              <a:t>12/16/2025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5D3AE7C-13BE-4C7C-BA7E-E9B2F42C345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3EAD434-5575-4258-ACE6-4C8BAF8F027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952586"/>
      </p:ext>
    </p:extLst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bile App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874400" y="1134000"/>
            <a:ext cx="2559600" cy="4510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5FE163-4071-4FD9-9D13-10E3756E14E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13430F1-2E48-4B0F-AEF4-BAC40EE5767B}" type="datetime1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4DC387-1F58-4FE4-9C85-01FFA87553C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946FF1-4E8B-4A5B-907A-11637792592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F3BD562-A815-4588-BC59-90027B93D6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455622"/>
      </p:ext>
    </p:extLst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bile App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50000" y="0"/>
            <a:ext cx="5842000" cy="6858000"/>
          </a:xfrm>
          <a:prstGeom prst="rect">
            <a:avLst/>
          </a:prstGeom>
        </p:spPr>
      </p:pic>
      <p:sp>
        <p:nvSpPr>
          <p:cNvPr id="14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8287200" y="1134000"/>
            <a:ext cx="2347200" cy="4185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59" y="515462"/>
            <a:ext cx="5468541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0" y="1105200"/>
            <a:ext cx="54872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13D6DE2-E423-4CE6-8A23-CEB5E3AC67C9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511EFD9C-786C-4C30-A420-96F9C654ED01}" type="datetime1">
              <a:rPr lang="en-US" smtClean="0"/>
              <a:t>12/16/2025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00C9257-6983-4160-8147-B48F26E945B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E1CB5E-8401-4C93-AEDC-530012FC211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1501E7F6-59BF-402A-A9EA-91EE4420095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267732"/>
      </p:ext>
    </p:extLst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pp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665600" y="1249200"/>
            <a:ext cx="2862000" cy="5194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5188194" y="2242800"/>
            <a:ext cx="1818000" cy="32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F6F0B41-135D-4F39-A84B-9AE2AB1C4E8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7AE0558-0C5C-46B3-BF40-9BC2E701048D}" type="datetime1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D04BED3-254D-45D7-8B0B-53626426AA1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F06A280-E5CC-4567-8C00-73F6E3945EF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561984"/>
      </p:ext>
    </p:extLst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t App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8256000" cy="685800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59" y="515462"/>
            <a:ext cx="5468541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7803000" y="604800"/>
            <a:ext cx="4233600" cy="568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8570698" y="1576372"/>
            <a:ext cx="2787605" cy="37502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5770800" y="36000"/>
            <a:ext cx="4784400" cy="6631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20"/>
          </p:nvPr>
        </p:nvSpPr>
        <p:spPr>
          <a:xfrm>
            <a:off x="6541026" y="1169231"/>
            <a:ext cx="3249949" cy="43722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4" name="Subtitle_half_left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54872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EBF27E-B53B-4EEE-919A-6D07376F1D74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6131B849-E525-40D0-BF42-AAC5B32DC5C4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CACEA-FF81-4900-A2D9-643058B021F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3D3905F-89D3-4FA9-A334-DD50EDFB26F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884CDFC2-3814-49AD-9B88-6DF5E3C491D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466992"/>
      </p:ext>
    </p:extLst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t App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222800" y="1263600"/>
            <a:ext cx="3758400" cy="5209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4825585" y="2152650"/>
            <a:ext cx="2553531" cy="3435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09BD8C1-F0EB-4A5A-9881-B1C4860E9DF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F2ECA7A-5799-4CF9-AFD1-8FAE76C73FAB}" type="datetime1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1B92639-8948-4DC4-A950-3B79A5FBFB5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4A765E0-A241-429E-98A1-D768959017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440089"/>
      </p:ext>
    </p:extLst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t App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8256000" cy="685800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59" y="515462"/>
            <a:ext cx="5468541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5810400" y="43200"/>
            <a:ext cx="6382800" cy="658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7176000" y="909000"/>
            <a:ext cx="5016000" cy="48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9" name="Subtitle_half_left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0" y="1105200"/>
            <a:ext cx="54872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7AEC9B-7C4E-4E0D-8907-7F75C65AB1FE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BA34D2BE-CED8-4CF3-8FD9-599BB2F5964A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3351AB-F7C5-4B6F-A3C4-0A46840E988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278B27-5FDB-40C9-A127-92DC2686B52D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4D29DE6-2CF4-4730-8029-496F43CE98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555729"/>
      </p:ext>
    </p:extLst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44400" y="349200"/>
            <a:ext cx="6148800" cy="5986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459" y="515462"/>
            <a:ext cx="6028441" cy="6001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7493000" y="984250"/>
            <a:ext cx="4699000" cy="4578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0" y="1105200"/>
            <a:ext cx="60587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94B0C7F-6089-4CC6-A439-DBD7704417F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E372DBBF-FBE4-4594-8716-183C31DF091A}" type="datetime1">
              <a:rPr lang="en-US" smtClean="0"/>
              <a:t>12/16/2025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065E0A65-F22C-45B6-B330-436A96D2281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9AF1C68-738B-4327-9E72-76E8227FA9F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674366"/>
      </p:ext>
    </p:extLst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67200" y="1652400"/>
            <a:ext cx="7480800" cy="4384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435100" y="2120901"/>
            <a:ext cx="5340349" cy="3346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3DAE7CA-97A1-41B8-9666-C7E486499FD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98F8ED6-B3C7-4BB9-8F59-8BDFBE9142B7}" type="datetime1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5270C28-F864-412E-84CD-7375A78D72F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1E4CDE2-0F2C-4D7D-8CF4-8F169EBB4A3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092752"/>
      </p:ext>
    </p:extLst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730400" y="1411200"/>
            <a:ext cx="7930800" cy="469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5861051" y="1911350"/>
            <a:ext cx="5664200" cy="3581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9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EA20858-6B41-4D20-B87D-2EBFB0394C4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A3B8F92-0651-4560-910E-2C37B7012433}" type="datetime1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08CD42F-548C-4A63-BC81-5637E69CB27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7E47BA1-5DA3-48A5-B6C2-7BA79B9A090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397450"/>
      </p:ext>
    </p:extLst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ndroid Tablet App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8256000" cy="685800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59" y="515462"/>
            <a:ext cx="5468541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7803000" y="604800"/>
            <a:ext cx="4233600" cy="568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8570698" y="1576372"/>
            <a:ext cx="2787605" cy="37502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5770800" y="36000"/>
            <a:ext cx="4784400" cy="6631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20"/>
          </p:nvPr>
        </p:nvSpPr>
        <p:spPr>
          <a:xfrm>
            <a:off x="6541026" y="1169231"/>
            <a:ext cx="3249949" cy="43722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4" name="Subtitle_half_left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54872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ACAA0F-99E7-42B8-AF32-D3134903CBA1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5F3AFC6F-AECC-4CAF-AB34-8C6BD4B74781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C3873-B063-4B65-A404-851881713D3D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AA0723E-18C9-4D6C-90CF-AF01A8288DB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16427DD6-6ED7-4536-89A5-F5BBC67B551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678534"/>
      </p:ext>
    </p:extLst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1058780" y="365126"/>
            <a:ext cx="10094497" cy="922255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en-US"/>
              <a:t>Title</a:t>
            </a:r>
            <a:endParaRPr lang="en-GB"/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053848" y="1587499"/>
            <a:ext cx="10087861" cy="4524375"/>
          </a:xfrm>
          <a:prstGeom prst="rect">
            <a:avLst/>
          </a:prstGeom>
        </p:spPr>
        <p:txBody>
          <a:bodyPr/>
          <a:lstStyle>
            <a:lvl1pPr marL="457189" indent="-457189">
              <a:buFont typeface="Arial" panose="020B0604020202020204" pitchFamily="34" charset="0"/>
              <a:buChar char="•"/>
              <a:defRPr lang="en-US" sz="2667" kern="1200" baseline="0" dirty="0" smtClean="0">
                <a:solidFill>
                  <a:srgbClr val="767171"/>
                </a:solidFill>
                <a:latin typeface="Corbel" panose="020B0503020204020204" pitchFamily="34" charset="0"/>
                <a:ea typeface="+mn-ea"/>
                <a:cs typeface="+mn-cs"/>
                <a:sym typeface="Gill Sans"/>
              </a:defRPr>
            </a:lvl1pPr>
            <a:lvl2pPr marL="914366" indent="-457189">
              <a:buFont typeface="Arial" panose="020B0604020202020204" pitchFamily="34" charset="0"/>
              <a:buChar char="•"/>
              <a:defRPr lang="en-US" sz="2400" kern="1200" baseline="0" dirty="0" smtClean="0">
                <a:solidFill>
                  <a:srgbClr val="767171"/>
                </a:solidFill>
                <a:latin typeface="Corbel" panose="020B0503020204020204" pitchFamily="34" charset="0"/>
                <a:ea typeface="+mn-ea"/>
                <a:cs typeface="+mn-cs"/>
                <a:sym typeface="Gill Sans"/>
              </a:defRPr>
            </a:lvl2pPr>
            <a:lvl3pPr marL="1295345" indent="-380990">
              <a:buFont typeface="Calibri" panose="020F0502020204030204" pitchFamily="34" charset="0"/>
              <a:buChar char="−"/>
              <a:defRPr lang="en-US" sz="2133" kern="1200" baseline="0" dirty="0" smtClean="0">
                <a:solidFill>
                  <a:srgbClr val="767171"/>
                </a:solidFill>
                <a:latin typeface="Corbel" panose="020B0503020204020204" pitchFamily="34" charset="0"/>
                <a:ea typeface="+mn-ea"/>
                <a:cs typeface="+mn-cs"/>
                <a:sym typeface="Gill Sans"/>
              </a:defRPr>
            </a:lvl3pPr>
            <a:lvl4pPr>
              <a:defRPr sz="2133">
                <a:solidFill>
                  <a:srgbClr val="767171"/>
                </a:solidFill>
              </a:defRPr>
            </a:lvl4pPr>
            <a:lvl5pPr>
              <a:defRPr sz="2133">
                <a:solidFill>
                  <a:srgbClr val="76717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1499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4.xml"/><Relationship Id="rId18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67.xml"/><Relationship Id="rId39" Type="http://schemas.openxmlformats.org/officeDocument/2006/relationships/slideLayout" Target="../slideLayouts/slideLayout80.xml"/><Relationship Id="rId21" Type="http://schemas.openxmlformats.org/officeDocument/2006/relationships/slideLayout" Target="../slideLayouts/slideLayout62.xml"/><Relationship Id="rId34" Type="http://schemas.openxmlformats.org/officeDocument/2006/relationships/slideLayout" Target="../slideLayouts/slideLayout75.xml"/><Relationship Id="rId42" Type="http://schemas.openxmlformats.org/officeDocument/2006/relationships/theme" Target="../theme/theme2.xml"/><Relationship Id="rId7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61.xml"/><Relationship Id="rId29" Type="http://schemas.openxmlformats.org/officeDocument/2006/relationships/slideLayout" Target="../slideLayouts/slideLayout70.xml"/><Relationship Id="rId41" Type="http://schemas.openxmlformats.org/officeDocument/2006/relationships/slideLayout" Target="../slideLayouts/slideLayout82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24" Type="http://schemas.openxmlformats.org/officeDocument/2006/relationships/slideLayout" Target="../slideLayouts/slideLayout65.xml"/><Relationship Id="rId32" Type="http://schemas.openxmlformats.org/officeDocument/2006/relationships/slideLayout" Target="../slideLayouts/slideLayout73.xml"/><Relationship Id="rId37" Type="http://schemas.openxmlformats.org/officeDocument/2006/relationships/slideLayout" Target="../slideLayouts/slideLayout78.xml"/><Relationship Id="rId40" Type="http://schemas.openxmlformats.org/officeDocument/2006/relationships/slideLayout" Target="../slideLayouts/slideLayout81.xml"/><Relationship Id="rId5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56.xml"/><Relationship Id="rId23" Type="http://schemas.openxmlformats.org/officeDocument/2006/relationships/slideLayout" Target="../slideLayouts/slideLayout64.xml"/><Relationship Id="rId28" Type="http://schemas.openxmlformats.org/officeDocument/2006/relationships/slideLayout" Target="../slideLayouts/slideLayout69.xml"/><Relationship Id="rId36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51.xml"/><Relationship Id="rId19" Type="http://schemas.openxmlformats.org/officeDocument/2006/relationships/slideLayout" Target="../slideLayouts/slideLayout60.xml"/><Relationship Id="rId31" Type="http://schemas.openxmlformats.org/officeDocument/2006/relationships/slideLayout" Target="../slideLayouts/slideLayout72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55.xml"/><Relationship Id="rId22" Type="http://schemas.openxmlformats.org/officeDocument/2006/relationships/slideLayout" Target="../slideLayouts/slideLayout63.xml"/><Relationship Id="rId27" Type="http://schemas.openxmlformats.org/officeDocument/2006/relationships/slideLayout" Target="../slideLayouts/slideLayout68.xml"/><Relationship Id="rId30" Type="http://schemas.openxmlformats.org/officeDocument/2006/relationships/slideLayout" Target="../slideLayouts/slideLayout71.xml"/><Relationship Id="rId35" Type="http://schemas.openxmlformats.org/officeDocument/2006/relationships/slideLayout" Target="../slideLayouts/slideLayout76.xml"/><Relationship Id="rId43" Type="http://schemas.openxmlformats.org/officeDocument/2006/relationships/image" Target="../media/image16.png"/><Relationship Id="rId8" Type="http://schemas.openxmlformats.org/officeDocument/2006/relationships/slideLayout" Target="../slideLayouts/slideLayout49.xml"/><Relationship Id="rId3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53.xml"/><Relationship Id="rId17" Type="http://schemas.openxmlformats.org/officeDocument/2006/relationships/slideLayout" Target="../slideLayouts/slideLayout58.xml"/><Relationship Id="rId25" Type="http://schemas.openxmlformats.org/officeDocument/2006/relationships/slideLayout" Target="../slideLayouts/slideLayout66.xml"/><Relationship Id="rId33" Type="http://schemas.openxmlformats.org/officeDocument/2006/relationships/slideLayout" Target="../slideLayouts/slideLayout74.xml"/><Relationship Id="rId38" Type="http://schemas.openxmlformats.org/officeDocument/2006/relationships/slideLayout" Target="../slideLayouts/slideLayout79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95.xml"/><Relationship Id="rId18" Type="http://schemas.openxmlformats.org/officeDocument/2006/relationships/slideLayout" Target="../slideLayouts/slideLayout100.xml"/><Relationship Id="rId26" Type="http://schemas.openxmlformats.org/officeDocument/2006/relationships/slideLayout" Target="../slideLayouts/slideLayout108.xml"/><Relationship Id="rId39" Type="http://schemas.openxmlformats.org/officeDocument/2006/relationships/slideLayout" Target="../slideLayouts/slideLayout121.xml"/><Relationship Id="rId21" Type="http://schemas.openxmlformats.org/officeDocument/2006/relationships/slideLayout" Target="../slideLayouts/slideLayout103.xml"/><Relationship Id="rId34" Type="http://schemas.openxmlformats.org/officeDocument/2006/relationships/slideLayout" Target="../slideLayouts/slideLayout116.xml"/><Relationship Id="rId42" Type="http://schemas.openxmlformats.org/officeDocument/2006/relationships/theme" Target="../theme/theme3.xml"/><Relationship Id="rId7" Type="http://schemas.openxmlformats.org/officeDocument/2006/relationships/slideLayout" Target="../slideLayouts/slideLayout89.xml"/><Relationship Id="rId2" Type="http://schemas.openxmlformats.org/officeDocument/2006/relationships/slideLayout" Target="../slideLayouts/slideLayout84.xml"/><Relationship Id="rId16" Type="http://schemas.openxmlformats.org/officeDocument/2006/relationships/slideLayout" Target="../slideLayouts/slideLayout98.xml"/><Relationship Id="rId20" Type="http://schemas.openxmlformats.org/officeDocument/2006/relationships/slideLayout" Target="../slideLayouts/slideLayout102.xml"/><Relationship Id="rId29" Type="http://schemas.openxmlformats.org/officeDocument/2006/relationships/slideLayout" Target="../slideLayouts/slideLayout111.xml"/><Relationship Id="rId41" Type="http://schemas.openxmlformats.org/officeDocument/2006/relationships/slideLayout" Target="../slideLayouts/slideLayout123.xml"/><Relationship Id="rId1" Type="http://schemas.openxmlformats.org/officeDocument/2006/relationships/slideLayout" Target="../slideLayouts/slideLayout83.xml"/><Relationship Id="rId6" Type="http://schemas.openxmlformats.org/officeDocument/2006/relationships/slideLayout" Target="../slideLayouts/slideLayout88.xml"/><Relationship Id="rId11" Type="http://schemas.openxmlformats.org/officeDocument/2006/relationships/slideLayout" Target="../slideLayouts/slideLayout93.xml"/><Relationship Id="rId24" Type="http://schemas.openxmlformats.org/officeDocument/2006/relationships/slideLayout" Target="../slideLayouts/slideLayout106.xml"/><Relationship Id="rId32" Type="http://schemas.openxmlformats.org/officeDocument/2006/relationships/slideLayout" Target="../slideLayouts/slideLayout114.xml"/><Relationship Id="rId37" Type="http://schemas.openxmlformats.org/officeDocument/2006/relationships/slideLayout" Target="../slideLayouts/slideLayout119.xml"/><Relationship Id="rId40" Type="http://schemas.openxmlformats.org/officeDocument/2006/relationships/slideLayout" Target="../slideLayouts/slideLayout122.xml"/><Relationship Id="rId5" Type="http://schemas.openxmlformats.org/officeDocument/2006/relationships/slideLayout" Target="../slideLayouts/slideLayout87.xml"/><Relationship Id="rId15" Type="http://schemas.openxmlformats.org/officeDocument/2006/relationships/slideLayout" Target="../slideLayouts/slideLayout97.xml"/><Relationship Id="rId23" Type="http://schemas.openxmlformats.org/officeDocument/2006/relationships/slideLayout" Target="../slideLayouts/slideLayout105.xml"/><Relationship Id="rId28" Type="http://schemas.openxmlformats.org/officeDocument/2006/relationships/slideLayout" Target="../slideLayouts/slideLayout110.xml"/><Relationship Id="rId36" Type="http://schemas.openxmlformats.org/officeDocument/2006/relationships/slideLayout" Target="../slideLayouts/slideLayout118.xml"/><Relationship Id="rId10" Type="http://schemas.openxmlformats.org/officeDocument/2006/relationships/slideLayout" Target="../slideLayouts/slideLayout92.xml"/><Relationship Id="rId19" Type="http://schemas.openxmlformats.org/officeDocument/2006/relationships/slideLayout" Target="../slideLayouts/slideLayout101.xml"/><Relationship Id="rId31" Type="http://schemas.openxmlformats.org/officeDocument/2006/relationships/slideLayout" Target="../slideLayouts/slideLayout113.xml"/><Relationship Id="rId4" Type="http://schemas.openxmlformats.org/officeDocument/2006/relationships/slideLayout" Target="../slideLayouts/slideLayout86.xml"/><Relationship Id="rId9" Type="http://schemas.openxmlformats.org/officeDocument/2006/relationships/slideLayout" Target="../slideLayouts/slideLayout91.xml"/><Relationship Id="rId14" Type="http://schemas.openxmlformats.org/officeDocument/2006/relationships/slideLayout" Target="../slideLayouts/slideLayout96.xml"/><Relationship Id="rId22" Type="http://schemas.openxmlformats.org/officeDocument/2006/relationships/slideLayout" Target="../slideLayouts/slideLayout104.xml"/><Relationship Id="rId27" Type="http://schemas.openxmlformats.org/officeDocument/2006/relationships/slideLayout" Target="../slideLayouts/slideLayout109.xml"/><Relationship Id="rId30" Type="http://schemas.openxmlformats.org/officeDocument/2006/relationships/slideLayout" Target="../slideLayouts/slideLayout112.xml"/><Relationship Id="rId35" Type="http://schemas.openxmlformats.org/officeDocument/2006/relationships/slideLayout" Target="../slideLayouts/slideLayout117.xml"/><Relationship Id="rId8" Type="http://schemas.openxmlformats.org/officeDocument/2006/relationships/slideLayout" Target="../slideLayouts/slideLayout90.xml"/><Relationship Id="rId3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94.xml"/><Relationship Id="rId17" Type="http://schemas.openxmlformats.org/officeDocument/2006/relationships/slideLayout" Target="../slideLayouts/slideLayout99.xml"/><Relationship Id="rId25" Type="http://schemas.openxmlformats.org/officeDocument/2006/relationships/slideLayout" Target="../slideLayouts/slideLayout107.xml"/><Relationship Id="rId33" Type="http://schemas.openxmlformats.org/officeDocument/2006/relationships/slideLayout" Target="../slideLayouts/slideLayout115.xml"/><Relationship Id="rId38" Type="http://schemas.openxmlformats.org/officeDocument/2006/relationships/slideLayout" Target="../slideLayouts/slideLayout120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6.xml"/><Relationship Id="rId18" Type="http://schemas.openxmlformats.org/officeDocument/2006/relationships/slideLayout" Target="../slideLayouts/slideLayout141.xml"/><Relationship Id="rId26" Type="http://schemas.openxmlformats.org/officeDocument/2006/relationships/slideLayout" Target="../slideLayouts/slideLayout149.xml"/><Relationship Id="rId39" Type="http://schemas.openxmlformats.org/officeDocument/2006/relationships/slideLayout" Target="../slideLayouts/slideLayout162.xml"/><Relationship Id="rId21" Type="http://schemas.openxmlformats.org/officeDocument/2006/relationships/slideLayout" Target="../slideLayouts/slideLayout144.xml"/><Relationship Id="rId34" Type="http://schemas.openxmlformats.org/officeDocument/2006/relationships/slideLayout" Target="../slideLayouts/slideLayout157.xml"/><Relationship Id="rId42" Type="http://schemas.openxmlformats.org/officeDocument/2006/relationships/theme" Target="../theme/theme4.xml"/><Relationship Id="rId7" Type="http://schemas.openxmlformats.org/officeDocument/2006/relationships/slideLayout" Target="../slideLayouts/slideLayout130.xml"/><Relationship Id="rId2" Type="http://schemas.openxmlformats.org/officeDocument/2006/relationships/slideLayout" Target="../slideLayouts/slideLayout125.xml"/><Relationship Id="rId16" Type="http://schemas.openxmlformats.org/officeDocument/2006/relationships/slideLayout" Target="../slideLayouts/slideLayout139.xml"/><Relationship Id="rId20" Type="http://schemas.openxmlformats.org/officeDocument/2006/relationships/slideLayout" Target="../slideLayouts/slideLayout143.xml"/><Relationship Id="rId29" Type="http://schemas.openxmlformats.org/officeDocument/2006/relationships/slideLayout" Target="../slideLayouts/slideLayout152.xml"/><Relationship Id="rId41" Type="http://schemas.openxmlformats.org/officeDocument/2006/relationships/slideLayout" Target="../slideLayouts/slideLayout164.xml"/><Relationship Id="rId1" Type="http://schemas.openxmlformats.org/officeDocument/2006/relationships/slideLayout" Target="../slideLayouts/slideLayout124.xml"/><Relationship Id="rId6" Type="http://schemas.openxmlformats.org/officeDocument/2006/relationships/slideLayout" Target="../slideLayouts/slideLayout129.xml"/><Relationship Id="rId11" Type="http://schemas.openxmlformats.org/officeDocument/2006/relationships/slideLayout" Target="../slideLayouts/slideLayout134.xml"/><Relationship Id="rId24" Type="http://schemas.openxmlformats.org/officeDocument/2006/relationships/slideLayout" Target="../slideLayouts/slideLayout147.xml"/><Relationship Id="rId32" Type="http://schemas.openxmlformats.org/officeDocument/2006/relationships/slideLayout" Target="../slideLayouts/slideLayout155.xml"/><Relationship Id="rId37" Type="http://schemas.openxmlformats.org/officeDocument/2006/relationships/slideLayout" Target="../slideLayouts/slideLayout160.xml"/><Relationship Id="rId40" Type="http://schemas.openxmlformats.org/officeDocument/2006/relationships/slideLayout" Target="../slideLayouts/slideLayout163.xml"/><Relationship Id="rId5" Type="http://schemas.openxmlformats.org/officeDocument/2006/relationships/slideLayout" Target="../slideLayouts/slideLayout128.xml"/><Relationship Id="rId15" Type="http://schemas.openxmlformats.org/officeDocument/2006/relationships/slideLayout" Target="../slideLayouts/slideLayout138.xml"/><Relationship Id="rId23" Type="http://schemas.openxmlformats.org/officeDocument/2006/relationships/slideLayout" Target="../slideLayouts/slideLayout146.xml"/><Relationship Id="rId28" Type="http://schemas.openxmlformats.org/officeDocument/2006/relationships/slideLayout" Target="../slideLayouts/slideLayout151.xml"/><Relationship Id="rId36" Type="http://schemas.openxmlformats.org/officeDocument/2006/relationships/slideLayout" Target="../slideLayouts/slideLayout159.xml"/><Relationship Id="rId10" Type="http://schemas.openxmlformats.org/officeDocument/2006/relationships/slideLayout" Target="../slideLayouts/slideLayout133.xml"/><Relationship Id="rId19" Type="http://schemas.openxmlformats.org/officeDocument/2006/relationships/slideLayout" Target="../slideLayouts/slideLayout142.xml"/><Relationship Id="rId31" Type="http://schemas.openxmlformats.org/officeDocument/2006/relationships/slideLayout" Target="../slideLayouts/slideLayout154.xml"/><Relationship Id="rId4" Type="http://schemas.openxmlformats.org/officeDocument/2006/relationships/slideLayout" Target="../slideLayouts/slideLayout127.xml"/><Relationship Id="rId9" Type="http://schemas.openxmlformats.org/officeDocument/2006/relationships/slideLayout" Target="../slideLayouts/slideLayout132.xml"/><Relationship Id="rId14" Type="http://schemas.openxmlformats.org/officeDocument/2006/relationships/slideLayout" Target="../slideLayouts/slideLayout137.xml"/><Relationship Id="rId22" Type="http://schemas.openxmlformats.org/officeDocument/2006/relationships/slideLayout" Target="../slideLayouts/slideLayout145.xml"/><Relationship Id="rId27" Type="http://schemas.openxmlformats.org/officeDocument/2006/relationships/slideLayout" Target="../slideLayouts/slideLayout150.xml"/><Relationship Id="rId30" Type="http://schemas.openxmlformats.org/officeDocument/2006/relationships/slideLayout" Target="../slideLayouts/slideLayout153.xml"/><Relationship Id="rId35" Type="http://schemas.openxmlformats.org/officeDocument/2006/relationships/slideLayout" Target="../slideLayouts/slideLayout158.xml"/><Relationship Id="rId8" Type="http://schemas.openxmlformats.org/officeDocument/2006/relationships/slideLayout" Target="../slideLayouts/slideLayout131.xml"/><Relationship Id="rId3" Type="http://schemas.openxmlformats.org/officeDocument/2006/relationships/slideLayout" Target="../slideLayouts/slideLayout126.xml"/><Relationship Id="rId12" Type="http://schemas.openxmlformats.org/officeDocument/2006/relationships/slideLayout" Target="../slideLayouts/slideLayout135.xml"/><Relationship Id="rId17" Type="http://schemas.openxmlformats.org/officeDocument/2006/relationships/slideLayout" Target="../slideLayouts/slideLayout140.xml"/><Relationship Id="rId25" Type="http://schemas.openxmlformats.org/officeDocument/2006/relationships/slideLayout" Target="../slideLayouts/slideLayout148.xml"/><Relationship Id="rId33" Type="http://schemas.openxmlformats.org/officeDocument/2006/relationships/slideLayout" Target="../slideLayouts/slideLayout156.xml"/><Relationship Id="rId38" Type="http://schemas.openxmlformats.org/officeDocument/2006/relationships/slideLayout" Target="../slideLayouts/slideLayout161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77.xml"/><Relationship Id="rId18" Type="http://schemas.openxmlformats.org/officeDocument/2006/relationships/slideLayout" Target="../slideLayouts/slideLayout182.xml"/><Relationship Id="rId26" Type="http://schemas.openxmlformats.org/officeDocument/2006/relationships/slideLayout" Target="../slideLayouts/slideLayout190.xml"/><Relationship Id="rId39" Type="http://schemas.openxmlformats.org/officeDocument/2006/relationships/slideLayout" Target="../slideLayouts/slideLayout203.xml"/><Relationship Id="rId21" Type="http://schemas.openxmlformats.org/officeDocument/2006/relationships/slideLayout" Target="../slideLayouts/slideLayout185.xml"/><Relationship Id="rId34" Type="http://schemas.openxmlformats.org/officeDocument/2006/relationships/slideLayout" Target="../slideLayouts/slideLayout198.xml"/><Relationship Id="rId42" Type="http://schemas.openxmlformats.org/officeDocument/2006/relationships/theme" Target="../theme/theme5.xml"/><Relationship Id="rId7" Type="http://schemas.openxmlformats.org/officeDocument/2006/relationships/slideLayout" Target="../slideLayouts/slideLayout171.xml"/><Relationship Id="rId2" Type="http://schemas.openxmlformats.org/officeDocument/2006/relationships/slideLayout" Target="../slideLayouts/slideLayout166.xml"/><Relationship Id="rId16" Type="http://schemas.openxmlformats.org/officeDocument/2006/relationships/slideLayout" Target="../slideLayouts/slideLayout180.xml"/><Relationship Id="rId20" Type="http://schemas.openxmlformats.org/officeDocument/2006/relationships/slideLayout" Target="../slideLayouts/slideLayout184.xml"/><Relationship Id="rId29" Type="http://schemas.openxmlformats.org/officeDocument/2006/relationships/slideLayout" Target="../slideLayouts/slideLayout193.xml"/><Relationship Id="rId41" Type="http://schemas.openxmlformats.org/officeDocument/2006/relationships/slideLayout" Target="../slideLayouts/slideLayout205.xml"/><Relationship Id="rId1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75.xml"/><Relationship Id="rId24" Type="http://schemas.openxmlformats.org/officeDocument/2006/relationships/slideLayout" Target="../slideLayouts/slideLayout188.xml"/><Relationship Id="rId32" Type="http://schemas.openxmlformats.org/officeDocument/2006/relationships/slideLayout" Target="../slideLayouts/slideLayout196.xml"/><Relationship Id="rId37" Type="http://schemas.openxmlformats.org/officeDocument/2006/relationships/slideLayout" Target="../slideLayouts/slideLayout201.xml"/><Relationship Id="rId40" Type="http://schemas.openxmlformats.org/officeDocument/2006/relationships/slideLayout" Target="../slideLayouts/slideLayout204.xml"/><Relationship Id="rId5" Type="http://schemas.openxmlformats.org/officeDocument/2006/relationships/slideLayout" Target="../slideLayouts/slideLayout169.xml"/><Relationship Id="rId15" Type="http://schemas.openxmlformats.org/officeDocument/2006/relationships/slideLayout" Target="../slideLayouts/slideLayout179.xml"/><Relationship Id="rId23" Type="http://schemas.openxmlformats.org/officeDocument/2006/relationships/slideLayout" Target="../slideLayouts/slideLayout187.xml"/><Relationship Id="rId28" Type="http://schemas.openxmlformats.org/officeDocument/2006/relationships/slideLayout" Target="../slideLayouts/slideLayout192.xml"/><Relationship Id="rId36" Type="http://schemas.openxmlformats.org/officeDocument/2006/relationships/slideLayout" Target="../slideLayouts/slideLayout200.xml"/><Relationship Id="rId10" Type="http://schemas.openxmlformats.org/officeDocument/2006/relationships/slideLayout" Target="../slideLayouts/slideLayout174.xml"/><Relationship Id="rId19" Type="http://schemas.openxmlformats.org/officeDocument/2006/relationships/slideLayout" Target="../slideLayouts/slideLayout183.xml"/><Relationship Id="rId31" Type="http://schemas.openxmlformats.org/officeDocument/2006/relationships/slideLayout" Target="../slideLayouts/slideLayout195.xml"/><Relationship Id="rId4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73.xml"/><Relationship Id="rId14" Type="http://schemas.openxmlformats.org/officeDocument/2006/relationships/slideLayout" Target="../slideLayouts/slideLayout178.xml"/><Relationship Id="rId22" Type="http://schemas.openxmlformats.org/officeDocument/2006/relationships/slideLayout" Target="../slideLayouts/slideLayout186.xml"/><Relationship Id="rId27" Type="http://schemas.openxmlformats.org/officeDocument/2006/relationships/slideLayout" Target="../slideLayouts/slideLayout191.xml"/><Relationship Id="rId30" Type="http://schemas.openxmlformats.org/officeDocument/2006/relationships/slideLayout" Target="../slideLayouts/slideLayout194.xml"/><Relationship Id="rId35" Type="http://schemas.openxmlformats.org/officeDocument/2006/relationships/slideLayout" Target="../slideLayouts/slideLayout199.xml"/><Relationship Id="rId8" Type="http://schemas.openxmlformats.org/officeDocument/2006/relationships/slideLayout" Target="../slideLayouts/slideLayout172.xml"/><Relationship Id="rId3" Type="http://schemas.openxmlformats.org/officeDocument/2006/relationships/slideLayout" Target="../slideLayouts/slideLayout167.xml"/><Relationship Id="rId12" Type="http://schemas.openxmlformats.org/officeDocument/2006/relationships/slideLayout" Target="../slideLayouts/slideLayout176.xml"/><Relationship Id="rId17" Type="http://schemas.openxmlformats.org/officeDocument/2006/relationships/slideLayout" Target="../slideLayouts/slideLayout181.xml"/><Relationship Id="rId25" Type="http://schemas.openxmlformats.org/officeDocument/2006/relationships/slideLayout" Target="../slideLayouts/slideLayout189.xml"/><Relationship Id="rId33" Type="http://schemas.openxmlformats.org/officeDocument/2006/relationships/slideLayout" Target="../slideLayouts/slideLayout197.xml"/><Relationship Id="rId38" Type="http://schemas.openxmlformats.org/officeDocument/2006/relationships/slideLayout" Target="../slideLayouts/slideLayout202.xml"/></Relationships>
</file>

<file path=ppt/slideMasters/_rels/slideMaster6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18.xml"/><Relationship Id="rId18" Type="http://schemas.openxmlformats.org/officeDocument/2006/relationships/slideLayout" Target="../slideLayouts/slideLayout223.xml"/><Relationship Id="rId26" Type="http://schemas.openxmlformats.org/officeDocument/2006/relationships/slideLayout" Target="../slideLayouts/slideLayout231.xml"/><Relationship Id="rId39" Type="http://schemas.openxmlformats.org/officeDocument/2006/relationships/slideLayout" Target="../slideLayouts/slideLayout244.xml"/><Relationship Id="rId21" Type="http://schemas.openxmlformats.org/officeDocument/2006/relationships/slideLayout" Target="../slideLayouts/slideLayout226.xml"/><Relationship Id="rId34" Type="http://schemas.openxmlformats.org/officeDocument/2006/relationships/slideLayout" Target="../slideLayouts/slideLayout239.xml"/><Relationship Id="rId42" Type="http://schemas.openxmlformats.org/officeDocument/2006/relationships/theme" Target="../theme/theme6.xml"/><Relationship Id="rId7" Type="http://schemas.openxmlformats.org/officeDocument/2006/relationships/slideLayout" Target="../slideLayouts/slideLayout212.xml"/><Relationship Id="rId2" Type="http://schemas.openxmlformats.org/officeDocument/2006/relationships/slideLayout" Target="../slideLayouts/slideLayout207.xml"/><Relationship Id="rId16" Type="http://schemas.openxmlformats.org/officeDocument/2006/relationships/slideLayout" Target="../slideLayouts/slideLayout221.xml"/><Relationship Id="rId20" Type="http://schemas.openxmlformats.org/officeDocument/2006/relationships/slideLayout" Target="../slideLayouts/slideLayout225.xml"/><Relationship Id="rId29" Type="http://schemas.openxmlformats.org/officeDocument/2006/relationships/slideLayout" Target="../slideLayouts/slideLayout234.xml"/><Relationship Id="rId41" Type="http://schemas.openxmlformats.org/officeDocument/2006/relationships/slideLayout" Target="../slideLayouts/slideLayout246.xml"/><Relationship Id="rId1" Type="http://schemas.openxmlformats.org/officeDocument/2006/relationships/slideLayout" Target="../slideLayouts/slideLayout206.xml"/><Relationship Id="rId6" Type="http://schemas.openxmlformats.org/officeDocument/2006/relationships/slideLayout" Target="../slideLayouts/slideLayout211.xml"/><Relationship Id="rId11" Type="http://schemas.openxmlformats.org/officeDocument/2006/relationships/slideLayout" Target="../slideLayouts/slideLayout216.xml"/><Relationship Id="rId24" Type="http://schemas.openxmlformats.org/officeDocument/2006/relationships/slideLayout" Target="../slideLayouts/slideLayout229.xml"/><Relationship Id="rId32" Type="http://schemas.openxmlformats.org/officeDocument/2006/relationships/slideLayout" Target="../slideLayouts/slideLayout237.xml"/><Relationship Id="rId37" Type="http://schemas.openxmlformats.org/officeDocument/2006/relationships/slideLayout" Target="../slideLayouts/slideLayout242.xml"/><Relationship Id="rId40" Type="http://schemas.openxmlformats.org/officeDocument/2006/relationships/slideLayout" Target="../slideLayouts/slideLayout245.xml"/><Relationship Id="rId5" Type="http://schemas.openxmlformats.org/officeDocument/2006/relationships/slideLayout" Target="../slideLayouts/slideLayout210.xml"/><Relationship Id="rId15" Type="http://schemas.openxmlformats.org/officeDocument/2006/relationships/slideLayout" Target="../slideLayouts/slideLayout220.xml"/><Relationship Id="rId23" Type="http://schemas.openxmlformats.org/officeDocument/2006/relationships/slideLayout" Target="../slideLayouts/slideLayout228.xml"/><Relationship Id="rId28" Type="http://schemas.openxmlformats.org/officeDocument/2006/relationships/slideLayout" Target="../slideLayouts/slideLayout233.xml"/><Relationship Id="rId36" Type="http://schemas.openxmlformats.org/officeDocument/2006/relationships/slideLayout" Target="../slideLayouts/slideLayout241.xml"/><Relationship Id="rId10" Type="http://schemas.openxmlformats.org/officeDocument/2006/relationships/slideLayout" Target="../slideLayouts/slideLayout215.xml"/><Relationship Id="rId19" Type="http://schemas.openxmlformats.org/officeDocument/2006/relationships/slideLayout" Target="../slideLayouts/slideLayout224.xml"/><Relationship Id="rId31" Type="http://schemas.openxmlformats.org/officeDocument/2006/relationships/slideLayout" Target="../slideLayouts/slideLayout236.xml"/><Relationship Id="rId4" Type="http://schemas.openxmlformats.org/officeDocument/2006/relationships/slideLayout" Target="../slideLayouts/slideLayout209.xml"/><Relationship Id="rId9" Type="http://schemas.openxmlformats.org/officeDocument/2006/relationships/slideLayout" Target="../slideLayouts/slideLayout214.xml"/><Relationship Id="rId14" Type="http://schemas.openxmlformats.org/officeDocument/2006/relationships/slideLayout" Target="../slideLayouts/slideLayout219.xml"/><Relationship Id="rId22" Type="http://schemas.openxmlformats.org/officeDocument/2006/relationships/slideLayout" Target="../slideLayouts/slideLayout227.xml"/><Relationship Id="rId27" Type="http://schemas.openxmlformats.org/officeDocument/2006/relationships/slideLayout" Target="../slideLayouts/slideLayout232.xml"/><Relationship Id="rId30" Type="http://schemas.openxmlformats.org/officeDocument/2006/relationships/slideLayout" Target="../slideLayouts/slideLayout235.xml"/><Relationship Id="rId35" Type="http://schemas.openxmlformats.org/officeDocument/2006/relationships/slideLayout" Target="../slideLayouts/slideLayout240.xml"/><Relationship Id="rId8" Type="http://schemas.openxmlformats.org/officeDocument/2006/relationships/slideLayout" Target="../slideLayouts/slideLayout213.xml"/><Relationship Id="rId3" Type="http://schemas.openxmlformats.org/officeDocument/2006/relationships/slideLayout" Target="../slideLayouts/slideLayout208.xml"/><Relationship Id="rId12" Type="http://schemas.openxmlformats.org/officeDocument/2006/relationships/slideLayout" Target="../slideLayouts/slideLayout217.xml"/><Relationship Id="rId17" Type="http://schemas.openxmlformats.org/officeDocument/2006/relationships/slideLayout" Target="../slideLayouts/slideLayout222.xml"/><Relationship Id="rId25" Type="http://schemas.openxmlformats.org/officeDocument/2006/relationships/slideLayout" Target="../slideLayouts/slideLayout230.xml"/><Relationship Id="rId33" Type="http://schemas.openxmlformats.org/officeDocument/2006/relationships/slideLayout" Target="../slideLayouts/slideLayout238.xml"/><Relationship Id="rId38" Type="http://schemas.openxmlformats.org/officeDocument/2006/relationships/slideLayout" Target="../slideLayouts/slideLayout243.xml"/></Relationships>
</file>

<file path=ppt/slideMasters/_rels/slideMaster7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59.xml"/><Relationship Id="rId18" Type="http://schemas.openxmlformats.org/officeDocument/2006/relationships/slideLayout" Target="../slideLayouts/slideLayout264.xml"/><Relationship Id="rId26" Type="http://schemas.openxmlformats.org/officeDocument/2006/relationships/slideLayout" Target="../slideLayouts/slideLayout272.xml"/><Relationship Id="rId39" Type="http://schemas.openxmlformats.org/officeDocument/2006/relationships/slideLayout" Target="../slideLayouts/slideLayout285.xml"/><Relationship Id="rId21" Type="http://schemas.openxmlformats.org/officeDocument/2006/relationships/slideLayout" Target="../slideLayouts/slideLayout267.xml"/><Relationship Id="rId34" Type="http://schemas.openxmlformats.org/officeDocument/2006/relationships/slideLayout" Target="../slideLayouts/slideLayout280.xml"/><Relationship Id="rId42" Type="http://schemas.openxmlformats.org/officeDocument/2006/relationships/slideLayout" Target="../slideLayouts/slideLayout288.xml"/><Relationship Id="rId7" Type="http://schemas.openxmlformats.org/officeDocument/2006/relationships/slideLayout" Target="../slideLayouts/slideLayout253.xml"/><Relationship Id="rId2" Type="http://schemas.openxmlformats.org/officeDocument/2006/relationships/slideLayout" Target="../slideLayouts/slideLayout248.xml"/><Relationship Id="rId16" Type="http://schemas.openxmlformats.org/officeDocument/2006/relationships/slideLayout" Target="../slideLayouts/slideLayout262.xml"/><Relationship Id="rId20" Type="http://schemas.openxmlformats.org/officeDocument/2006/relationships/slideLayout" Target="../slideLayouts/slideLayout266.xml"/><Relationship Id="rId29" Type="http://schemas.openxmlformats.org/officeDocument/2006/relationships/slideLayout" Target="../slideLayouts/slideLayout275.xml"/><Relationship Id="rId41" Type="http://schemas.openxmlformats.org/officeDocument/2006/relationships/slideLayout" Target="../slideLayouts/slideLayout287.xml"/><Relationship Id="rId1" Type="http://schemas.openxmlformats.org/officeDocument/2006/relationships/slideLayout" Target="../slideLayouts/slideLayout247.xml"/><Relationship Id="rId6" Type="http://schemas.openxmlformats.org/officeDocument/2006/relationships/slideLayout" Target="../slideLayouts/slideLayout252.xml"/><Relationship Id="rId11" Type="http://schemas.openxmlformats.org/officeDocument/2006/relationships/slideLayout" Target="../slideLayouts/slideLayout257.xml"/><Relationship Id="rId24" Type="http://schemas.openxmlformats.org/officeDocument/2006/relationships/slideLayout" Target="../slideLayouts/slideLayout270.xml"/><Relationship Id="rId32" Type="http://schemas.openxmlformats.org/officeDocument/2006/relationships/slideLayout" Target="../slideLayouts/slideLayout278.xml"/><Relationship Id="rId37" Type="http://schemas.openxmlformats.org/officeDocument/2006/relationships/slideLayout" Target="../slideLayouts/slideLayout283.xml"/><Relationship Id="rId40" Type="http://schemas.openxmlformats.org/officeDocument/2006/relationships/slideLayout" Target="../slideLayouts/slideLayout286.xml"/><Relationship Id="rId5" Type="http://schemas.openxmlformats.org/officeDocument/2006/relationships/slideLayout" Target="../slideLayouts/slideLayout251.xml"/><Relationship Id="rId15" Type="http://schemas.openxmlformats.org/officeDocument/2006/relationships/slideLayout" Target="../slideLayouts/slideLayout261.xml"/><Relationship Id="rId23" Type="http://schemas.openxmlformats.org/officeDocument/2006/relationships/slideLayout" Target="../slideLayouts/slideLayout269.xml"/><Relationship Id="rId28" Type="http://schemas.openxmlformats.org/officeDocument/2006/relationships/slideLayout" Target="../slideLayouts/slideLayout274.xml"/><Relationship Id="rId36" Type="http://schemas.openxmlformats.org/officeDocument/2006/relationships/slideLayout" Target="../slideLayouts/slideLayout282.xml"/><Relationship Id="rId10" Type="http://schemas.openxmlformats.org/officeDocument/2006/relationships/slideLayout" Target="../slideLayouts/slideLayout256.xml"/><Relationship Id="rId19" Type="http://schemas.openxmlformats.org/officeDocument/2006/relationships/slideLayout" Target="../slideLayouts/slideLayout265.xml"/><Relationship Id="rId31" Type="http://schemas.openxmlformats.org/officeDocument/2006/relationships/slideLayout" Target="../slideLayouts/slideLayout277.xml"/><Relationship Id="rId44" Type="http://schemas.openxmlformats.org/officeDocument/2006/relationships/image" Target="../media/image19.png"/><Relationship Id="rId4" Type="http://schemas.openxmlformats.org/officeDocument/2006/relationships/slideLayout" Target="../slideLayouts/slideLayout250.xml"/><Relationship Id="rId9" Type="http://schemas.openxmlformats.org/officeDocument/2006/relationships/slideLayout" Target="../slideLayouts/slideLayout255.xml"/><Relationship Id="rId14" Type="http://schemas.openxmlformats.org/officeDocument/2006/relationships/slideLayout" Target="../slideLayouts/slideLayout260.xml"/><Relationship Id="rId22" Type="http://schemas.openxmlformats.org/officeDocument/2006/relationships/slideLayout" Target="../slideLayouts/slideLayout268.xml"/><Relationship Id="rId27" Type="http://schemas.openxmlformats.org/officeDocument/2006/relationships/slideLayout" Target="../slideLayouts/slideLayout273.xml"/><Relationship Id="rId30" Type="http://schemas.openxmlformats.org/officeDocument/2006/relationships/slideLayout" Target="../slideLayouts/slideLayout276.xml"/><Relationship Id="rId35" Type="http://schemas.openxmlformats.org/officeDocument/2006/relationships/slideLayout" Target="../slideLayouts/slideLayout281.xml"/><Relationship Id="rId43" Type="http://schemas.openxmlformats.org/officeDocument/2006/relationships/theme" Target="../theme/theme7.xml"/><Relationship Id="rId8" Type="http://schemas.openxmlformats.org/officeDocument/2006/relationships/slideLayout" Target="../slideLayouts/slideLayout254.xml"/><Relationship Id="rId3" Type="http://schemas.openxmlformats.org/officeDocument/2006/relationships/slideLayout" Target="../slideLayouts/slideLayout249.xml"/><Relationship Id="rId12" Type="http://schemas.openxmlformats.org/officeDocument/2006/relationships/slideLayout" Target="../slideLayouts/slideLayout258.xml"/><Relationship Id="rId17" Type="http://schemas.openxmlformats.org/officeDocument/2006/relationships/slideLayout" Target="../slideLayouts/slideLayout263.xml"/><Relationship Id="rId25" Type="http://schemas.openxmlformats.org/officeDocument/2006/relationships/slideLayout" Target="../slideLayouts/slideLayout271.xml"/><Relationship Id="rId33" Type="http://schemas.openxmlformats.org/officeDocument/2006/relationships/slideLayout" Target="../slideLayouts/slideLayout279.xml"/><Relationship Id="rId38" Type="http://schemas.openxmlformats.org/officeDocument/2006/relationships/slideLayout" Target="../slideLayouts/slideLayout28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537459" y="515462"/>
            <a:ext cx="11117083" cy="600164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89654" y="6300297"/>
            <a:ext cx="4648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>
            <a:cxnSpLocks/>
          </p:cNvCxnSpPr>
          <p:nvPr userDrawn="1"/>
        </p:nvCxnSpPr>
        <p:spPr>
          <a:xfrm>
            <a:off x="619200" y="6483600"/>
            <a:ext cx="1071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>
          <a:xfrm>
            <a:off x="559593" y="6559200"/>
            <a:ext cx="1904400" cy="1692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7D543A4-DB23-4DCA-833E-17026CDF0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390" y="1377539"/>
            <a:ext cx="11139054" cy="46788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F716FE4-ACCB-44AB-A7B9-4C13936B52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flipH="1">
            <a:off x="9752400" y="6559200"/>
            <a:ext cx="1904400" cy="169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fld id="{6E4EBC25-3080-48B9-986F-0B4FE16CC3E9}" type="datetime1">
              <a:rPr lang="en-US" smtClean="0"/>
              <a:pPr/>
              <a:t>12/16/2025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475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9" r:id="rId5"/>
    <p:sldLayoutId id="2147483808" r:id="rId6"/>
    <p:sldLayoutId id="2147483807" r:id="rId7"/>
    <p:sldLayoutId id="2147483810" r:id="rId8"/>
    <p:sldLayoutId id="2147483811" r:id="rId9"/>
    <p:sldLayoutId id="2147483812" r:id="rId10"/>
    <p:sldLayoutId id="2147483813" r:id="rId11"/>
    <p:sldLayoutId id="2147483814" r:id="rId12"/>
    <p:sldLayoutId id="2147483815" r:id="rId13"/>
    <p:sldLayoutId id="2147483816" r:id="rId14"/>
    <p:sldLayoutId id="2147483817" r:id="rId15"/>
    <p:sldLayoutId id="2147483818" r:id="rId16"/>
    <p:sldLayoutId id="2147483819" r:id="rId17"/>
    <p:sldLayoutId id="2147483820" r:id="rId18"/>
    <p:sldLayoutId id="2147483821" r:id="rId19"/>
    <p:sldLayoutId id="2147483822" r:id="rId20"/>
    <p:sldLayoutId id="2147483823" r:id="rId21"/>
    <p:sldLayoutId id="2147483824" r:id="rId22"/>
    <p:sldLayoutId id="2147483825" r:id="rId23"/>
    <p:sldLayoutId id="2147483826" r:id="rId24"/>
    <p:sldLayoutId id="2147483827" r:id="rId25"/>
    <p:sldLayoutId id="2147483828" r:id="rId26"/>
    <p:sldLayoutId id="2147483829" r:id="rId27"/>
    <p:sldLayoutId id="2147483830" r:id="rId28"/>
    <p:sldLayoutId id="2147483831" r:id="rId29"/>
    <p:sldLayoutId id="2147483832" r:id="rId30"/>
    <p:sldLayoutId id="2147483833" r:id="rId31"/>
    <p:sldLayoutId id="2147483834" r:id="rId32"/>
    <p:sldLayoutId id="2147483835" r:id="rId33"/>
    <p:sldLayoutId id="2147483836" r:id="rId34"/>
    <p:sldLayoutId id="2147483837" r:id="rId35"/>
    <p:sldLayoutId id="2147483838" r:id="rId36"/>
    <p:sldLayoutId id="2147483839" r:id="rId37"/>
    <p:sldLayoutId id="2147483840" r:id="rId38"/>
    <p:sldLayoutId id="2147483841" r:id="rId39"/>
    <p:sldLayoutId id="2147483842" r:id="rId40"/>
    <p:sldLayoutId id="2147483843" r:id="rId4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300" b="0" i="0" kern="1200" spc="-20" baseline="0">
          <a:solidFill>
            <a:schemeClr val="tx2"/>
          </a:solidFill>
          <a:latin typeface="Corbel" panose="020B0503020204020204" pitchFamily="34" charset="0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17000"/>
        </a:lnSpc>
        <a:spcBef>
          <a:spcPts val="0"/>
        </a:spcBef>
        <a:spcAft>
          <a:spcPts val="60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1pPr>
      <a:lvl2pPr marL="450850" indent="-184150" algn="l" defTabSz="914400" rtl="0" eaLnBrk="1" latinLnBrk="0" hangingPunct="1">
        <a:lnSpc>
          <a:spcPct val="117000"/>
        </a:lnSpc>
        <a:spcBef>
          <a:spcPts val="0"/>
        </a:spcBef>
        <a:spcAft>
          <a:spcPts val="60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537460" y="515462"/>
            <a:ext cx="6739240" cy="600164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89654" y="6300297"/>
            <a:ext cx="4648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>
            <a:cxnSpLocks/>
          </p:cNvCxnSpPr>
          <p:nvPr userDrawn="1"/>
        </p:nvCxnSpPr>
        <p:spPr>
          <a:xfrm>
            <a:off x="619200" y="6483600"/>
            <a:ext cx="1071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>
          <a:xfrm>
            <a:off x="559593" y="6559200"/>
            <a:ext cx="1904400" cy="1692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7D543A4-DB23-4DCA-833E-17026CDF0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390" y="1377539"/>
            <a:ext cx="11139054" cy="46788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F716FE4-ACCB-44AB-A7B9-4C13936B52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flipH="1">
            <a:off x="9752400" y="6559200"/>
            <a:ext cx="1904400" cy="169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fld id="{6E4EBC25-3080-48B9-986F-0B4FE16CC3E9}" type="datetime1">
              <a:rPr lang="en-US" smtClean="0"/>
              <a:pPr/>
              <a:t>12/16/2025</a:t>
            </a:fld>
            <a:endParaRPr lang="en-US"/>
          </a:p>
        </p:txBody>
      </p:sp>
      <p:pic>
        <p:nvPicPr>
          <p:cNvPr id="10" name="Picture 9" descr="A close up of a map&#10;&#10;Description automatically generated">
            <a:extLst>
              <a:ext uri="{FF2B5EF4-FFF2-40B4-BE49-F238E27FC236}">
                <a16:creationId xmlns:a16="http://schemas.microsoft.com/office/drawing/2014/main" id="{E63D96B2-A64F-1B46-BF3B-FC9B3759D5CC}"/>
              </a:ext>
            </a:extLst>
          </p:cNvPr>
          <p:cNvPicPr>
            <a:picLocks noChangeAspect="1"/>
          </p:cNvPicPr>
          <p:nvPr userDrawn="1"/>
        </p:nvPicPr>
        <p:blipFill>
          <a:blip r:embed="rId4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186" y="203164"/>
            <a:ext cx="1801468" cy="960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906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  <p:sldLayoutId id="2147483846" r:id="rId2"/>
    <p:sldLayoutId id="2147483847" r:id="rId3"/>
    <p:sldLayoutId id="2147483848" r:id="rId4"/>
    <p:sldLayoutId id="2147483849" r:id="rId5"/>
    <p:sldLayoutId id="2147483850" r:id="rId6"/>
    <p:sldLayoutId id="2147483851" r:id="rId7"/>
    <p:sldLayoutId id="2147483852" r:id="rId8"/>
    <p:sldLayoutId id="2147483853" r:id="rId9"/>
    <p:sldLayoutId id="2147483854" r:id="rId10"/>
    <p:sldLayoutId id="2147483855" r:id="rId11"/>
    <p:sldLayoutId id="2147483856" r:id="rId12"/>
    <p:sldLayoutId id="2147483857" r:id="rId13"/>
    <p:sldLayoutId id="2147483858" r:id="rId14"/>
    <p:sldLayoutId id="2147483859" r:id="rId15"/>
    <p:sldLayoutId id="2147483860" r:id="rId16"/>
    <p:sldLayoutId id="2147483861" r:id="rId17"/>
    <p:sldLayoutId id="2147483862" r:id="rId18"/>
    <p:sldLayoutId id="2147483863" r:id="rId19"/>
    <p:sldLayoutId id="2147483864" r:id="rId20"/>
    <p:sldLayoutId id="2147483865" r:id="rId21"/>
    <p:sldLayoutId id="2147483866" r:id="rId22"/>
    <p:sldLayoutId id="2147483867" r:id="rId23"/>
    <p:sldLayoutId id="2147483868" r:id="rId24"/>
    <p:sldLayoutId id="2147483869" r:id="rId25"/>
    <p:sldLayoutId id="2147483870" r:id="rId26"/>
    <p:sldLayoutId id="2147483871" r:id="rId27"/>
    <p:sldLayoutId id="2147483872" r:id="rId28"/>
    <p:sldLayoutId id="2147483873" r:id="rId29"/>
    <p:sldLayoutId id="2147483874" r:id="rId30"/>
    <p:sldLayoutId id="2147483875" r:id="rId31"/>
    <p:sldLayoutId id="2147483876" r:id="rId32"/>
    <p:sldLayoutId id="2147483877" r:id="rId33"/>
    <p:sldLayoutId id="2147483878" r:id="rId34"/>
    <p:sldLayoutId id="2147483879" r:id="rId35"/>
    <p:sldLayoutId id="2147483880" r:id="rId36"/>
    <p:sldLayoutId id="2147483881" r:id="rId37"/>
    <p:sldLayoutId id="2147483882" r:id="rId38"/>
    <p:sldLayoutId id="2147483883" r:id="rId39"/>
    <p:sldLayoutId id="2147483884" r:id="rId40"/>
    <p:sldLayoutId id="2147483885" r:id="rId4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300" b="0" i="0" kern="1200" spc="-20" baseline="0">
          <a:solidFill>
            <a:schemeClr val="tx2"/>
          </a:solidFill>
          <a:latin typeface="Corbel" panose="020B0503020204020204" pitchFamily="34" charset="0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17000"/>
        </a:lnSpc>
        <a:spcBef>
          <a:spcPts val="0"/>
        </a:spcBef>
        <a:spcAft>
          <a:spcPts val="60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1pPr>
      <a:lvl2pPr marL="450850" indent="-184150" algn="l" defTabSz="914400" rtl="0" eaLnBrk="1" latinLnBrk="0" hangingPunct="1">
        <a:lnSpc>
          <a:spcPct val="117000"/>
        </a:lnSpc>
        <a:spcBef>
          <a:spcPts val="0"/>
        </a:spcBef>
        <a:spcAft>
          <a:spcPts val="60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537459" y="515462"/>
            <a:ext cx="11117083" cy="600164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89654" y="6300297"/>
            <a:ext cx="4648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>
            <a:cxnSpLocks/>
          </p:cNvCxnSpPr>
          <p:nvPr userDrawn="1"/>
        </p:nvCxnSpPr>
        <p:spPr>
          <a:xfrm>
            <a:off x="619200" y="6483600"/>
            <a:ext cx="1071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>
          <a:xfrm>
            <a:off x="559593" y="6559200"/>
            <a:ext cx="1904400" cy="1692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7D543A4-DB23-4DCA-833E-17026CDF0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390" y="1377539"/>
            <a:ext cx="11139054" cy="46788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F716FE4-ACCB-44AB-A7B9-4C13936B52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flipH="1">
            <a:off x="9752400" y="6559200"/>
            <a:ext cx="1904400" cy="169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fld id="{6E4EBC25-3080-48B9-986F-0B4FE16CC3E9}" type="datetime1">
              <a:rPr lang="en-US" smtClean="0"/>
              <a:pPr/>
              <a:t>12/16/2025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338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  <p:sldLayoutId id="2147483888" r:id="rId2"/>
    <p:sldLayoutId id="2147483889" r:id="rId3"/>
    <p:sldLayoutId id="2147483890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  <p:sldLayoutId id="2147483897" r:id="rId11"/>
    <p:sldLayoutId id="2147483898" r:id="rId12"/>
    <p:sldLayoutId id="2147483899" r:id="rId13"/>
    <p:sldLayoutId id="2147483900" r:id="rId14"/>
    <p:sldLayoutId id="2147483901" r:id="rId15"/>
    <p:sldLayoutId id="2147483902" r:id="rId16"/>
    <p:sldLayoutId id="2147483903" r:id="rId17"/>
    <p:sldLayoutId id="2147483904" r:id="rId18"/>
    <p:sldLayoutId id="2147483905" r:id="rId19"/>
    <p:sldLayoutId id="2147483906" r:id="rId20"/>
    <p:sldLayoutId id="2147483907" r:id="rId21"/>
    <p:sldLayoutId id="2147483908" r:id="rId22"/>
    <p:sldLayoutId id="2147483909" r:id="rId23"/>
    <p:sldLayoutId id="2147483910" r:id="rId24"/>
    <p:sldLayoutId id="2147483911" r:id="rId25"/>
    <p:sldLayoutId id="2147483912" r:id="rId26"/>
    <p:sldLayoutId id="2147483913" r:id="rId27"/>
    <p:sldLayoutId id="2147483914" r:id="rId28"/>
    <p:sldLayoutId id="2147483915" r:id="rId29"/>
    <p:sldLayoutId id="2147483916" r:id="rId30"/>
    <p:sldLayoutId id="2147483917" r:id="rId31"/>
    <p:sldLayoutId id="2147483918" r:id="rId32"/>
    <p:sldLayoutId id="2147483919" r:id="rId33"/>
    <p:sldLayoutId id="2147483920" r:id="rId34"/>
    <p:sldLayoutId id="2147483921" r:id="rId35"/>
    <p:sldLayoutId id="2147483922" r:id="rId36"/>
    <p:sldLayoutId id="2147483923" r:id="rId37"/>
    <p:sldLayoutId id="2147483924" r:id="rId38"/>
    <p:sldLayoutId id="2147483925" r:id="rId39"/>
    <p:sldLayoutId id="2147483926" r:id="rId40"/>
    <p:sldLayoutId id="2147483927" r:id="rId4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300" b="0" i="0" kern="1200" spc="-20" baseline="0">
          <a:solidFill>
            <a:schemeClr val="tx2"/>
          </a:solidFill>
          <a:latin typeface="Corbel" panose="020B0503020204020204" pitchFamily="34" charset="0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17000"/>
        </a:lnSpc>
        <a:spcBef>
          <a:spcPts val="0"/>
        </a:spcBef>
        <a:spcAft>
          <a:spcPts val="60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1pPr>
      <a:lvl2pPr marL="450850" indent="-184150" algn="l" defTabSz="914400" rtl="0" eaLnBrk="1" latinLnBrk="0" hangingPunct="1">
        <a:lnSpc>
          <a:spcPct val="117000"/>
        </a:lnSpc>
        <a:spcBef>
          <a:spcPts val="0"/>
        </a:spcBef>
        <a:spcAft>
          <a:spcPts val="60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537459" y="515462"/>
            <a:ext cx="11117083" cy="600164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89654" y="6300297"/>
            <a:ext cx="4648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>
            <a:cxnSpLocks/>
          </p:cNvCxnSpPr>
          <p:nvPr userDrawn="1"/>
        </p:nvCxnSpPr>
        <p:spPr>
          <a:xfrm>
            <a:off x="619200" y="6483600"/>
            <a:ext cx="1071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>
          <a:xfrm>
            <a:off x="559593" y="6559200"/>
            <a:ext cx="1904400" cy="1692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7D543A4-DB23-4DCA-833E-17026CDF0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390" y="1377539"/>
            <a:ext cx="11139054" cy="46788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F716FE4-ACCB-44AB-A7B9-4C13936B52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flipH="1">
            <a:off x="9752400" y="6559200"/>
            <a:ext cx="1904400" cy="169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fld id="{6E4EBC25-3080-48B9-986F-0B4FE16CC3E9}" type="datetime1">
              <a:rPr lang="en-US" smtClean="0"/>
              <a:pPr/>
              <a:t>12/16/2025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183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9" r:id="rId1"/>
    <p:sldLayoutId id="2147483930" r:id="rId2"/>
    <p:sldLayoutId id="2147483931" r:id="rId3"/>
    <p:sldLayoutId id="2147483932" r:id="rId4"/>
    <p:sldLayoutId id="2147483933" r:id="rId5"/>
    <p:sldLayoutId id="2147483934" r:id="rId6"/>
    <p:sldLayoutId id="2147483935" r:id="rId7"/>
    <p:sldLayoutId id="2147483936" r:id="rId8"/>
    <p:sldLayoutId id="2147483937" r:id="rId9"/>
    <p:sldLayoutId id="2147483938" r:id="rId10"/>
    <p:sldLayoutId id="2147483939" r:id="rId11"/>
    <p:sldLayoutId id="2147483940" r:id="rId12"/>
    <p:sldLayoutId id="2147483941" r:id="rId13"/>
    <p:sldLayoutId id="2147483942" r:id="rId14"/>
    <p:sldLayoutId id="2147483943" r:id="rId15"/>
    <p:sldLayoutId id="2147483944" r:id="rId16"/>
    <p:sldLayoutId id="2147483945" r:id="rId17"/>
    <p:sldLayoutId id="2147483946" r:id="rId18"/>
    <p:sldLayoutId id="2147483947" r:id="rId19"/>
    <p:sldLayoutId id="2147483948" r:id="rId20"/>
    <p:sldLayoutId id="2147483949" r:id="rId21"/>
    <p:sldLayoutId id="2147483950" r:id="rId22"/>
    <p:sldLayoutId id="2147483951" r:id="rId23"/>
    <p:sldLayoutId id="2147483952" r:id="rId24"/>
    <p:sldLayoutId id="2147483953" r:id="rId25"/>
    <p:sldLayoutId id="2147483954" r:id="rId26"/>
    <p:sldLayoutId id="2147483955" r:id="rId27"/>
    <p:sldLayoutId id="2147483956" r:id="rId28"/>
    <p:sldLayoutId id="2147483957" r:id="rId29"/>
    <p:sldLayoutId id="2147483958" r:id="rId30"/>
    <p:sldLayoutId id="2147483959" r:id="rId31"/>
    <p:sldLayoutId id="2147483960" r:id="rId32"/>
    <p:sldLayoutId id="2147483961" r:id="rId33"/>
    <p:sldLayoutId id="2147483962" r:id="rId34"/>
    <p:sldLayoutId id="2147483963" r:id="rId35"/>
    <p:sldLayoutId id="2147483964" r:id="rId36"/>
    <p:sldLayoutId id="2147483965" r:id="rId37"/>
    <p:sldLayoutId id="2147483966" r:id="rId38"/>
    <p:sldLayoutId id="2147483967" r:id="rId39"/>
    <p:sldLayoutId id="2147483968" r:id="rId40"/>
    <p:sldLayoutId id="2147483969" r:id="rId4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300" b="0" i="0" kern="1200" spc="-20" baseline="0">
          <a:solidFill>
            <a:schemeClr val="tx2"/>
          </a:solidFill>
          <a:latin typeface="Corbel" panose="020B0503020204020204" pitchFamily="34" charset="0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17000"/>
        </a:lnSpc>
        <a:spcBef>
          <a:spcPts val="0"/>
        </a:spcBef>
        <a:spcAft>
          <a:spcPts val="60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1pPr>
      <a:lvl2pPr marL="450850" indent="-184150" algn="l" defTabSz="914400" rtl="0" eaLnBrk="1" latinLnBrk="0" hangingPunct="1">
        <a:lnSpc>
          <a:spcPct val="117000"/>
        </a:lnSpc>
        <a:spcBef>
          <a:spcPts val="0"/>
        </a:spcBef>
        <a:spcAft>
          <a:spcPts val="60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537459" y="515462"/>
            <a:ext cx="11117083" cy="600164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89654" y="6300297"/>
            <a:ext cx="4648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>
            <a:cxnSpLocks/>
          </p:cNvCxnSpPr>
          <p:nvPr userDrawn="1"/>
        </p:nvCxnSpPr>
        <p:spPr>
          <a:xfrm>
            <a:off x="619200" y="6483600"/>
            <a:ext cx="1071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>
          <a:xfrm>
            <a:off x="559593" y="6559200"/>
            <a:ext cx="1904400" cy="1692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7D543A4-DB23-4DCA-833E-17026CDF0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390" y="1377539"/>
            <a:ext cx="11139054" cy="46788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F716FE4-ACCB-44AB-A7B9-4C13936B52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flipH="1">
            <a:off x="9752400" y="6559200"/>
            <a:ext cx="1904400" cy="169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fld id="{6E4EBC25-3080-48B9-986F-0B4FE16CC3E9}" type="datetime1">
              <a:rPr lang="en-US" smtClean="0"/>
              <a:pPr/>
              <a:t>12/16/2025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329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1" r:id="rId1"/>
    <p:sldLayoutId id="2147483972" r:id="rId2"/>
    <p:sldLayoutId id="2147483973" r:id="rId3"/>
    <p:sldLayoutId id="2147483974" r:id="rId4"/>
    <p:sldLayoutId id="2147483975" r:id="rId5"/>
    <p:sldLayoutId id="2147483976" r:id="rId6"/>
    <p:sldLayoutId id="2147483977" r:id="rId7"/>
    <p:sldLayoutId id="2147483978" r:id="rId8"/>
    <p:sldLayoutId id="2147483979" r:id="rId9"/>
    <p:sldLayoutId id="2147483980" r:id="rId10"/>
    <p:sldLayoutId id="2147483981" r:id="rId11"/>
    <p:sldLayoutId id="2147483982" r:id="rId12"/>
    <p:sldLayoutId id="2147483983" r:id="rId13"/>
    <p:sldLayoutId id="2147483984" r:id="rId14"/>
    <p:sldLayoutId id="2147483985" r:id="rId15"/>
    <p:sldLayoutId id="2147483986" r:id="rId16"/>
    <p:sldLayoutId id="2147483987" r:id="rId17"/>
    <p:sldLayoutId id="2147483988" r:id="rId18"/>
    <p:sldLayoutId id="2147483989" r:id="rId19"/>
    <p:sldLayoutId id="2147483990" r:id="rId20"/>
    <p:sldLayoutId id="2147483991" r:id="rId21"/>
    <p:sldLayoutId id="2147483992" r:id="rId22"/>
    <p:sldLayoutId id="2147483993" r:id="rId23"/>
    <p:sldLayoutId id="2147483994" r:id="rId24"/>
    <p:sldLayoutId id="2147483995" r:id="rId25"/>
    <p:sldLayoutId id="2147483996" r:id="rId26"/>
    <p:sldLayoutId id="2147483997" r:id="rId27"/>
    <p:sldLayoutId id="2147483998" r:id="rId28"/>
    <p:sldLayoutId id="2147483999" r:id="rId29"/>
    <p:sldLayoutId id="2147484000" r:id="rId30"/>
    <p:sldLayoutId id="2147484001" r:id="rId31"/>
    <p:sldLayoutId id="2147484002" r:id="rId32"/>
    <p:sldLayoutId id="2147484003" r:id="rId33"/>
    <p:sldLayoutId id="2147484004" r:id="rId34"/>
    <p:sldLayoutId id="2147484005" r:id="rId35"/>
    <p:sldLayoutId id="2147484006" r:id="rId36"/>
    <p:sldLayoutId id="2147484007" r:id="rId37"/>
    <p:sldLayoutId id="2147484008" r:id="rId38"/>
    <p:sldLayoutId id="2147484009" r:id="rId39"/>
    <p:sldLayoutId id="2147484010" r:id="rId40"/>
    <p:sldLayoutId id="2147484011" r:id="rId4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300" b="0" i="0" kern="1200" spc="-20" baseline="0">
          <a:solidFill>
            <a:schemeClr val="tx2"/>
          </a:solidFill>
          <a:latin typeface="Corbel" panose="020B0503020204020204" pitchFamily="34" charset="0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17000"/>
        </a:lnSpc>
        <a:spcBef>
          <a:spcPts val="0"/>
        </a:spcBef>
        <a:spcAft>
          <a:spcPts val="60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1pPr>
      <a:lvl2pPr marL="450850" indent="-184150" algn="l" defTabSz="914400" rtl="0" eaLnBrk="1" latinLnBrk="0" hangingPunct="1">
        <a:lnSpc>
          <a:spcPct val="117000"/>
        </a:lnSpc>
        <a:spcBef>
          <a:spcPts val="0"/>
        </a:spcBef>
        <a:spcAft>
          <a:spcPts val="60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537459" y="515462"/>
            <a:ext cx="11117083" cy="600164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89654" y="6300297"/>
            <a:ext cx="4648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>
            <a:cxnSpLocks/>
          </p:cNvCxnSpPr>
          <p:nvPr userDrawn="1"/>
        </p:nvCxnSpPr>
        <p:spPr>
          <a:xfrm>
            <a:off x="619200" y="6483600"/>
            <a:ext cx="1071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>
          <a:xfrm>
            <a:off x="559593" y="6559200"/>
            <a:ext cx="1904400" cy="1692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7D543A4-DB23-4DCA-833E-17026CDF0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390" y="1377539"/>
            <a:ext cx="11139054" cy="46788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F716FE4-ACCB-44AB-A7B9-4C13936B52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flipH="1">
            <a:off x="9752400" y="6559200"/>
            <a:ext cx="1904400" cy="169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fld id="{6E4EBC25-3080-48B9-986F-0B4FE16CC3E9}" type="datetime1">
              <a:rPr lang="en-US" smtClean="0"/>
              <a:pPr/>
              <a:t>12/16/2025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750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3" r:id="rId1"/>
    <p:sldLayoutId id="2147484014" r:id="rId2"/>
    <p:sldLayoutId id="2147484015" r:id="rId3"/>
    <p:sldLayoutId id="2147484016" r:id="rId4"/>
    <p:sldLayoutId id="2147484017" r:id="rId5"/>
    <p:sldLayoutId id="2147484018" r:id="rId6"/>
    <p:sldLayoutId id="2147484019" r:id="rId7"/>
    <p:sldLayoutId id="2147484020" r:id="rId8"/>
    <p:sldLayoutId id="2147484021" r:id="rId9"/>
    <p:sldLayoutId id="2147484022" r:id="rId10"/>
    <p:sldLayoutId id="2147484023" r:id="rId11"/>
    <p:sldLayoutId id="2147484024" r:id="rId12"/>
    <p:sldLayoutId id="2147484025" r:id="rId13"/>
    <p:sldLayoutId id="2147484026" r:id="rId14"/>
    <p:sldLayoutId id="2147484027" r:id="rId15"/>
    <p:sldLayoutId id="2147484028" r:id="rId16"/>
    <p:sldLayoutId id="2147484029" r:id="rId17"/>
    <p:sldLayoutId id="2147484030" r:id="rId18"/>
    <p:sldLayoutId id="2147484031" r:id="rId19"/>
    <p:sldLayoutId id="2147484032" r:id="rId20"/>
    <p:sldLayoutId id="2147484033" r:id="rId21"/>
    <p:sldLayoutId id="2147484034" r:id="rId22"/>
    <p:sldLayoutId id="2147484035" r:id="rId23"/>
    <p:sldLayoutId id="2147484036" r:id="rId24"/>
    <p:sldLayoutId id="2147484037" r:id="rId25"/>
    <p:sldLayoutId id="2147484038" r:id="rId26"/>
    <p:sldLayoutId id="2147484039" r:id="rId27"/>
    <p:sldLayoutId id="2147484040" r:id="rId28"/>
    <p:sldLayoutId id="2147484041" r:id="rId29"/>
    <p:sldLayoutId id="2147484042" r:id="rId30"/>
    <p:sldLayoutId id="2147484043" r:id="rId31"/>
    <p:sldLayoutId id="2147484044" r:id="rId32"/>
    <p:sldLayoutId id="2147484045" r:id="rId33"/>
    <p:sldLayoutId id="2147484046" r:id="rId34"/>
    <p:sldLayoutId id="2147484047" r:id="rId35"/>
    <p:sldLayoutId id="2147484048" r:id="rId36"/>
    <p:sldLayoutId id="2147484049" r:id="rId37"/>
    <p:sldLayoutId id="2147484050" r:id="rId38"/>
    <p:sldLayoutId id="2147484051" r:id="rId39"/>
    <p:sldLayoutId id="2147484052" r:id="rId40"/>
    <p:sldLayoutId id="2147484053" r:id="rId4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300" b="0" i="0" kern="1200" spc="-20" baseline="0">
          <a:solidFill>
            <a:schemeClr val="tx2"/>
          </a:solidFill>
          <a:latin typeface="Corbel" panose="020B0503020204020204" pitchFamily="34" charset="0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17000"/>
        </a:lnSpc>
        <a:spcBef>
          <a:spcPts val="0"/>
        </a:spcBef>
        <a:spcAft>
          <a:spcPts val="60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1pPr>
      <a:lvl2pPr marL="450850" indent="-184150" algn="l" defTabSz="914400" rtl="0" eaLnBrk="1" latinLnBrk="0" hangingPunct="1">
        <a:lnSpc>
          <a:spcPct val="117000"/>
        </a:lnSpc>
        <a:spcBef>
          <a:spcPts val="0"/>
        </a:spcBef>
        <a:spcAft>
          <a:spcPts val="60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537460" y="515462"/>
            <a:ext cx="6739240" cy="600164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89654" y="6300297"/>
            <a:ext cx="4648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>
            <a:cxnSpLocks/>
          </p:cNvCxnSpPr>
          <p:nvPr userDrawn="1"/>
        </p:nvCxnSpPr>
        <p:spPr>
          <a:xfrm>
            <a:off x="619200" y="6483600"/>
            <a:ext cx="1071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>
          <a:xfrm>
            <a:off x="559593" y="6559200"/>
            <a:ext cx="1904400" cy="1692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7D543A4-DB23-4DCA-833E-17026CDF0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390" y="1377539"/>
            <a:ext cx="11139054" cy="46788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F716FE4-ACCB-44AB-A7B9-4C13936B52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flipH="1">
            <a:off x="9752400" y="6559200"/>
            <a:ext cx="1904400" cy="169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6E4EBC25-3080-48B9-986F-0B4FE16CC3E9}" type="datetime1">
              <a:rPr lang="en-US" smtClean="0"/>
              <a:pPr/>
              <a:t>12/16/2025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59579" y="356909"/>
            <a:ext cx="4331520" cy="86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12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5" r:id="rId1"/>
    <p:sldLayoutId id="2147484056" r:id="rId2"/>
    <p:sldLayoutId id="2147484057" r:id="rId3"/>
    <p:sldLayoutId id="2147484058" r:id="rId4"/>
    <p:sldLayoutId id="2147484059" r:id="rId5"/>
    <p:sldLayoutId id="2147484060" r:id="rId6"/>
    <p:sldLayoutId id="2147484061" r:id="rId7"/>
    <p:sldLayoutId id="2147484062" r:id="rId8"/>
    <p:sldLayoutId id="2147484063" r:id="rId9"/>
    <p:sldLayoutId id="2147484064" r:id="rId10"/>
    <p:sldLayoutId id="2147484065" r:id="rId11"/>
    <p:sldLayoutId id="2147484066" r:id="rId12"/>
    <p:sldLayoutId id="2147484067" r:id="rId13"/>
    <p:sldLayoutId id="2147484068" r:id="rId14"/>
    <p:sldLayoutId id="2147484069" r:id="rId15"/>
    <p:sldLayoutId id="2147484070" r:id="rId16"/>
    <p:sldLayoutId id="2147484071" r:id="rId17"/>
    <p:sldLayoutId id="2147484072" r:id="rId18"/>
    <p:sldLayoutId id="2147484073" r:id="rId19"/>
    <p:sldLayoutId id="2147484074" r:id="rId20"/>
    <p:sldLayoutId id="2147484075" r:id="rId21"/>
    <p:sldLayoutId id="2147484076" r:id="rId22"/>
    <p:sldLayoutId id="2147484077" r:id="rId23"/>
    <p:sldLayoutId id="2147484078" r:id="rId24"/>
    <p:sldLayoutId id="2147484079" r:id="rId25"/>
    <p:sldLayoutId id="2147484080" r:id="rId26"/>
    <p:sldLayoutId id="2147484081" r:id="rId27"/>
    <p:sldLayoutId id="2147484082" r:id="rId28"/>
    <p:sldLayoutId id="2147484083" r:id="rId29"/>
    <p:sldLayoutId id="2147484084" r:id="rId30"/>
    <p:sldLayoutId id="2147484085" r:id="rId31"/>
    <p:sldLayoutId id="2147484086" r:id="rId32"/>
    <p:sldLayoutId id="2147484087" r:id="rId33"/>
    <p:sldLayoutId id="2147484088" r:id="rId34"/>
    <p:sldLayoutId id="2147484089" r:id="rId35"/>
    <p:sldLayoutId id="2147484090" r:id="rId36"/>
    <p:sldLayoutId id="2147484091" r:id="rId37"/>
    <p:sldLayoutId id="2147484092" r:id="rId38"/>
    <p:sldLayoutId id="2147484093" r:id="rId39"/>
    <p:sldLayoutId id="2147484094" r:id="rId40"/>
    <p:sldLayoutId id="2147484095" r:id="rId41"/>
    <p:sldLayoutId id="2147484096" r:id="rId42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300" kern="1200" spc="-20" baseline="0">
          <a:solidFill>
            <a:schemeClr val="tx2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17000"/>
        </a:lnSpc>
        <a:spcBef>
          <a:spcPts val="0"/>
        </a:spcBef>
        <a:spcAft>
          <a:spcPts val="60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450850" indent="-184150" algn="l" defTabSz="914400" rtl="0" eaLnBrk="1" latinLnBrk="0" hangingPunct="1">
        <a:lnSpc>
          <a:spcPct val="117000"/>
        </a:lnSpc>
        <a:spcBef>
          <a:spcPts val="0"/>
        </a:spcBef>
        <a:spcAft>
          <a:spcPts val="60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0416E-478F-EB4C-D213-70AF061FCAD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1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A1F770C-616C-C607-4A08-9114674E68CA}"/>
              </a:ext>
            </a:extLst>
          </p:cNvPr>
          <p:cNvGrpSpPr/>
          <p:nvPr/>
        </p:nvGrpSpPr>
        <p:grpSpPr>
          <a:xfrm>
            <a:off x="4562410" y="1815320"/>
            <a:ext cx="1581264" cy="1287966"/>
            <a:chOff x="1997173" y="2141034"/>
            <a:chExt cx="1581264" cy="1287966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B9C957D-C121-A999-DEAC-33484F53B0D7}"/>
                </a:ext>
              </a:extLst>
            </p:cNvPr>
            <p:cNvSpPr/>
            <p:nvPr/>
          </p:nvSpPr>
          <p:spPr>
            <a:xfrm>
              <a:off x="2163337" y="2141034"/>
              <a:ext cx="1248936" cy="1287966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2528D56-D9F2-FFB0-2AEE-434E783B0DD2}"/>
                </a:ext>
              </a:extLst>
            </p:cNvPr>
            <p:cNvSpPr txBox="1"/>
            <p:nvPr/>
          </p:nvSpPr>
          <p:spPr>
            <a:xfrm>
              <a:off x="1997173" y="2600351"/>
              <a:ext cx="158126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/>
                <a:t>Unavailable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0E97CBF-21F1-8259-C84A-26B9E75C0E9F}"/>
              </a:ext>
            </a:extLst>
          </p:cNvPr>
          <p:cNvGrpSpPr/>
          <p:nvPr/>
        </p:nvGrpSpPr>
        <p:grpSpPr>
          <a:xfrm>
            <a:off x="6940655" y="4180363"/>
            <a:ext cx="1581264" cy="1287966"/>
            <a:chOff x="1997173" y="2141034"/>
            <a:chExt cx="1581264" cy="128796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DF2076B-E2DA-DC96-91D7-89B9682E10F5}"/>
                </a:ext>
              </a:extLst>
            </p:cNvPr>
            <p:cNvSpPr/>
            <p:nvPr/>
          </p:nvSpPr>
          <p:spPr>
            <a:xfrm>
              <a:off x="2163337" y="2141034"/>
              <a:ext cx="1248936" cy="1287966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C418D99-27BD-3B38-59C5-EB93ABD9F0E9}"/>
                </a:ext>
              </a:extLst>
            </p:cNvPr>
            <p:cNvSpPr txBox="1"/>
            <p:nvPr/>
          </p:nvSpPr>
          <p:spPr>
            <a:xfrm>
              <a:off x="1997173" y="2600351"/>
              <a:ext cx="158126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/>
                <a:t>Available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170DD3F-82E6-6685-4803-42156974CC4A}"/>
              </a:ext>
            </a:extLst>
          </p:cNvPr>
          <p:cNvGrpSpPr/>
          <p:nvPr/>
        </p:nvGrpSpPr>
        <p:grpSpPr>
          <a:xfrm>
            <a:off x="719359" y="4808956"/>
            <a:ext cx="1581264" cy="1287966"/>
            <a:chOff x="1997173" y="2141034"/>
            <a:chExt cx="1581264" cy="1287966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77D1839-3852-C07D-6CEC-F58464E01597}"/>
                </a:ext>
              </a:extLst>
            </p:cNvPr>
            <p:cNvSpPr/>
            <p:nvPr/>
          </p:nvSpPr>
          <p:spPr>
            <a:xfrm>
              <a:off x="2163337" y="2141034"/>
              <a:ext cx="1248936" cy="1287966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6676FB0-3267-6C05-CF1C-C109195F4806}"/>
                </a:ext>
              </a:extLst>
            </p:cNvPr>
            <p:cNvSpPr txBox="1"/>
            <p:nvPr/>
          </p:nvSpPr>
          <p:spPr>
            <a:xfrm>
              <a:off x="1997173" y="2600351"/>
              <a:ext cx="158126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/>
                <a:t>Unknown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7E70271-AAD4-56D8-4963-0C7CE65CA138}"/>
              </a:ext>
            </a:extLst>
          </p:cNvPr>
          <p:cNvSpPr txBox="1"/>
          <p:nvPr/>
        </p:nvSpPr>
        <p:spPr>
          <a:xfrm>
            <a:off x="4653023" y="92332"/>
            <a:ext cx="177648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( all discarded )</a:t>
            </a:r>
          </a:p>
          <a:p>
            <a:r>
              <a:rPr lang="en-GB" sz="1200" dirty="0"/>
              <a:t>Event: /UP/data</a:t>
            </a:r>
          </a:p>
          <a:p>
            <a:r>
              <a:rPr lang="en-GB" sz="1200" dirty="0"/>
              <a:t>Man: /DOWN/getdata</a:t>
            </a:r>
          </a:p>
          <a:p>
            <a:r>
              <a:rPr lang="en-GB" sz="1200" dirty="0"/>
              <a:t>Man: /DOWN/senddata</a:t>
            </a:r>
          </a:p>
          <a:p>
            <a:r>
              <a:rPr lang="en-GB" sz="1200" dirty="0"/>
              <a:t>Man: /DOWN/control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69C2D7A-F232-0F85-0D3B-B00578E99C40}"/>
              </a:ext>
            </a:extLst>
          </p:cNvPr>
          <p:cNvSpPr/>
          <p:nvPr/>
        </p:nvSpPr>
        <p:spPr>
          <a:xfrm rot="208862">
            <a:off x="5055151" y="1121349"/>
            <a:ext cx="595781" cy="702021"/>
          </a:xfrm>
          <a:custGeom>
            <a:avLst/>
            <a:gdLst>
              <a:gd name="csX0" fmla="*/ 336000 w 595781"/>
              <a:gd name="csY0" fmla="*/ 702021 h 702021"/>
              <a:gd name="csX1" fmla="*/ 46068 w 595781"/>
              <a:gd name="csY1" fmla="*/ 400939 h 702021"/>
              <a:gd name="csX2" fmla="*/ 12614 w 595781"/>
              <a:gd name="csY2" fmla="*/ 177914 h 702021"/>
              <a:gd name="csX3" fmla="*/ 168731 w 595781"/>
              <a:gd name="csY3" fmla="*/ 21797 h 702021"/>
              <a:gd name="csX4" fmla="*/ 414058 w 595781"/>
              <a:gd name="csY4" fmla="*/ 10646 h 702021"/>
              <a:gd name="csX5" fmla="*/ 570175 w 595781"/>
              <a:gd name="csY5" fmla="*/ 111007 h 702021"/>
              <a:gd name="csX6" fmla="*/ 592478 w 595781"/>
              <a:gd name="csY6" fmla="*/ 278275 h 702021"/>
              <a:gd name="csX7" fmla="*/ 536722 w 595781"/>
              <a:gd name="csY7" fmla="*/ 467846 h 702021"/>
              <a:gd name="csX8" fmla="*/ 380604 w 595781"/>
              <a:gd name="csY8" fmla="*/ 668568 h 7020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95781" h="702021">
                <a:moveTo>
                  <a:pt x="336000" y="702021"/>
                </a:moveTo>
                <a:cubicBezTo>
                  <a:pt x="217983" y="595155"/>
                  <a:pt x="99966" y="488290"/>
                  <a:pt x="46068" y="400939"/>
                </a:cubicBezTo>
                <a:cubicBezTo>
                  <a:pt x="-7830" y="313588"/>
                  <a:pt x="-7830" y="241104"/>
                  <a:pt x="12614" y="177914"/>
                </a:cubicBezTo>
                <a:cubicBezTo>
                  <a:pt x="33058" y="114724"/>
                  <a:pt x="101824" y="49675"/>
                  <a:pt x="168731" y="21797"/>
                </a:cubicBezTo>
                <a:cubicBezTo>
                  <a:pt x="235638" y="-6081"/>
                  <a:pt x="347151" y="-4222"/>
                  <a:pt x="414058" y="10646"/>
                </a:cubicBezTo>
                <a:cubicBezTo>
                  <a:pt x="480965" y="25514"/>
                  <a:pt x="540438" y="66402"/>
                  <a:pt x="570175" y="111007"/>
                </a:cubicBezTo>
                <a:cubicBezTo>
                  <a:pt x="599912" y="155612"/>
                  <a:pt x="598053" y="218802"/>
                  <a:pt x="592478" y="278275"/>
                </a:cubicBezTo>
                <a:cubicBezTo>
                  <a:pt x="586903" y="337748"/>
                  <a:pt x="572034" y="402797"/>
                  <a:pt x="536722" y="467846"/>
                </a:cubicBezTo>
                <a:cubicBezTo>
                  <a:pt x="501410" y="532895"/>
                  <a:pt x="441007" y="600731"/>
                  <a:pt x="380604" y="668568"/>
                </a:cubicBezTo>
              </a:path>
            </a:pathLst>
          </a:custGeom>
          <a:noFill/>
          <a:ln w="25400"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63FF84C7-41FD-10FD-5FE6-ED91FFC4DEBF}"/>
              </a:ext>
            </a:extLst>
          </p:cNvPr>
          <p:cNvSpPr/>
          <p:nvPr/>
        </p:nvSpPr>
        <p:spPr>
          <a:xfrm rot="208862">
            <a:off x="7433397" y="3502819"/>
            <a:ext cx="595781" cy="702021"/>
          </a:xfrm>
          <a:custGeom>
            <a:avLst/>
            <a:gdLst>
              <a:gd name="csX0" fmla="*/ 336000 w 595781"/>
              <a:gd name="csY0" fmla="*/ 702021 h 702021"/>
              <a:gd name="csX1" fmla="*/ 46068 w 595781"/>
              <a:gd name="csY1" fmla="*/ 400939 h 702021"/>
              <a:gd name="csX2" fmla="*/ 12614 w 595781"/>
              <a:gd name="csY2" fmla="*/ 177914 h 702021"/>
              <a:gd name="csX3" fmla="*/ 168731 w 595781"/>
              <a:gd name="csY3" fmla="*/ 21797 h 702021"/>
              <a:gd name="csX4" fmla="*/ 414058 w 595781"/>
              <a:gd name="csY4" fmla="*/ 10646 h 702021"/>
              <a:gd name="csX5" fmla="*/ 570175 w 595781"/>
              <a:gd name="csY5" fmla="*/ 111007 h 702021"/>
              <a:gd name="csX6" fmla="*/ 592478 w 595781"/>
              <a:gd name="csY6" fmla="*/ 278275 h 702021"/>
              <a:gd name="csX7" fmla="*/ 536722 w 595781"/>
              <a:gd name="csY7" fmla="*/ 467846 h 702021"/>
              <a:gd name="csX8" fmla="*/ 380604 w 595781"/>
              <a:gd name="csY8" fmla="*/ 668568 h 7020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95781" h="702021">
                <a:moveTo>
                  <a:pt x="336000" y="702021"/>
                </a:moveTo>
                <a:cubicBezTo>
                  <a:pt x="217983" y="595155"/>
                  <a:pt x="99966" y="488290"/>
                  <a:pt x="46068" y="400939"/>
                </a:cubicBezTo>
                <a:cubicBezTo>
                  <a:pt x="-7830" y="313588"/>
                  <a:pt x="-7830" y="241104"/>
                  <a:pt x="12614" y="177914"/>
                </a:cubicBezTo>
                <a:cubicBezTo>
                  <a:pt x="33058" y="114724"/>
                  <a:pt x="101824" y="49675"/>
                  <a:pt x="168731" y="21797"/>
                </a:cubicBezTo>
                <a:cubicBezTo>
                  <a:pt x="235638" y="-6081"/>
                  <a:pt x="347151" y="-4222"/>
                  <a:pt x="414058" y="10646"/>
                </a:cubicBezTo>
                <a:cubicBezTo>
                  <a:pt x="480965" y="25514"/>
                  <a:pt x="540438" y="66402"/>
                  <a:pt x="570175" y="111007"/>
                </a:cubicBezTo>
                <a:cubicBezTo>
                  <a:pt x="599912" y="155612"/>
                  <a:pt x="598053" y="218802"/>
                  <a:pt x="592478" y="278275"/>
                </a:cubicBezTo>
                <a:cubicBezTo>
                  <a:pt x="586903" y="337748"/>
                  <a:pt x="572034" y="402797"/>
                  <a:pt x="536722" y="467846"/>
                </a:cubicBezTo>
                <a:cubicBezTo>
                  <a:pt x="501410" y="532895"/>
                  <a:pt x="441007" y="600731"/>
                  <a:pt x="380604" y="668568"/>
                </a:cubicBezTo>
              </a:path>
            </a:pathLst>
          </a:custGeom>
          <a:noFill/>
          <a:ln w="25400"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9B8DE5B-39D0-2BF2-2B34-E8DCE19BDF04}"/>
              </a:ext>
            </a:extLst>
          </p:cNvPr>
          <p:cNvSpPr/>
          <p:nvPr/>
        </p:nvSpPr>
        <p:spPr>
          <a:xfrm rot="5701600">
            <a:off x="8433626" y="4477281"/>
            <a:ext cx="595781" cy="702021"/>
          </a:xfrm>
          <a:custGeom>
            <a:avLst/>
            <a:gdLst>
              <a:gd name="csX0" fmla="*/ 336000 w 595781"/>
              <a:gd name="csY0" fmla="*/ 702021 h 702021"/>
              <a:gd name="csX1" fmla="*/ 46068 w 595781"/>
              <a:gd name="csY1" fmla="*/ 400939 h 702021"/>
              <a:gd name="csX2" fmla="*/ 12614 w 595781"/>
              <a:gd name="csY2" fmla="*/ 177914 h 702021"/>
              <a:gd name="csX3" fmla="*/ 168731 w 595781"/>
              <a:gd name="csY3" fmla="*/ 21797 h 702021"/>
              <a:gd name="csX4" fmla="*/ 414058 w 595781"/>
              <a:gd name="csY4" fmla="*/ 10646 h 702021"/>
              <a:gd name="csX5" fmla="*/ 570175 w 595781"/>
              <a:gd name="csY5" fmla="*/ 111007 h 702021"/>
              <a:gd name="csX6" fmla="*/ 592478 w 595781"/>
              <a:gd name="csY6" fmla="*/ 278275 h 702021"/>
              <a:gd name="csX7" fmla="*/ 536722 w 595781"/>
              <a:gd name="csY7" fmla="*/ 467846 h 702021"/>
              <a:gd name="csX8" fmla="*/ 380604 w 595781"/>
              <a:gd name="csY8" fmla="*/ 668568 h 7020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95781" h="702021">
                <a:moveTo>
                  <a:pt x="336000" y="702021"/>
                </a:moveTo>
                <a:cubicBezTo>
                  <a:pt x="217983" y="595155"/>
                  <a:pt x="99966" y="488290"/>
                  <a:pt x="46068" y="400939"/>
                </a:cubicBezTo>
                <a:cubicBezTo>
                  <a:pt x="-7830" y="313588"/>
                  <a:pt x="-7830" y="241104"/>
                  <a:pt x="12614" y="177914"/>
                </a:cubicBezTo>
                <a:cubicBezTo>
                  <a:pt x="33058" y="114724"/>
                  <a:pt x="101824" y="49675"/>
                  <a:pt x="168731" y="21797"/>
                </a:cubicBezTo>
                <a:cubicBezTo>
                  <a:pt x="235638" y="-6081"/>
                  <a:pt x="347151" y="-4222"/>
                  <a:pt x="414058" y="10646"/>
                </a:cubicBezTo>
                <a:cubicBezTo>
                  <a:pt x="480965" y="25514"/>
                  <a:pt x="540438" y="66402"/>
                  <a:pt x="570175" y="111007"/>
                </a:cubicBezTo>
                <a:cubicBezTo>
                  <a:pt x="599912" y="155612"/>
                  <a:pt x="598053" y="218802"/>
                  <a:pt x="592478" y="278275"/>
                </a:cubicBezTo>
                <a:cubicBezTo>
                  <a:pt x="586903" y="337748"/>
                  <a:pt x="572034" y="402797"/>
                  <a:pt x="536722" y="467846"/>
                </a:cubicBezTo>
                <a:cubicBezTo>
                  <a:pt x="501410" y="532895"/>
                  <a:pt x="441007" y="600731"/>
                  <a:pt x="380604" y="668568"/>
                </a:cubicBezTo>
              </a:path>
            </a:pathLst>
          </a:custGeom>
          <a:noFill/>
          <a:ln w="25400"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D4E67039-72D6-3E1C-903E-8AB34AF20757}"/>
              </a:ext>
            </a:extLst>
          </p:cNvPr>
          <p:cNvSpPr/>
          <p:nvPr/>
        </p:nvSpPr>
        <p:spPr>
          <a:xfrm rot="10362704">
            <a:off x="7568659" y="5472506"/>
            <a:ext cx="595781" cy="702021"/>
          </a:xfrm>
          <a:custGeom>
            <a:avLst/>
            <a:gdLst>
              <a:gd name="csX0" fmla="*/ 336000 w 595781"/>
              <a:gd name="csY0" fmla="*/ 702021 h 702021"/>
              <a:gd name="csX1" fmla="*/ 46068 w 595781"/>
              <a:gd name="csY1" fmla="*/ 400939 h 702021"/>
              <a:gd name="csX2" fmla="*/ 12614 w 595781"/>
              <a:gd name="csY2" fmla="*/ 177914 h 702021"/>
              <a:gd name="csX3" fmla="*/ 168731 w 595781"/>
              <a:gd name="csY3" fmla="*/ 21797 h 702021"/>
              <a:gd name="csX4" fmla="*/ 414058 w 595781"/>
              <a:gd name="csY4" fmla="*/ 10646 h 702021"/>
              <a:gd name="csX5" fmla="*/ 570175 w 595781"/>
              <a:gd name="csY5" fmla="*/ 111007 h 702021"/>
              <a:gd name="csX6" fmla="*/ 592478 w 595781"/>
              <a:gd name="csY6" fmla="*/ 278275 h 702021"/>
              <a:gd name="csX7" fmla="*/ 536722 w 595781"/>
              <a:gd name="csY7" fmla="*/ 467846 h 702021"/>
              <a:gd name="csX8" fmla="*/ 380604 w 595781"/>
              <a:gd name="csY8" fmla="*/ 668568 h 7020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95781" h="702021">
                <a:moveTo>
                  <a:pt x="336000" y="702021"/>
                </a:moveTo>
                <a:cubicBezTo>
                  <a:pt x="217983" y="595155"/>
                  <a:pt x="99966" y="488290"/>
                  <a:pt x="46068" y="400939"/>
                </a:cubicBezTo>
                <a:cubicBezTo>
                  <a:pt x="-7830" y="313588"/>
                  <a:pt x="-7830" y="241104"/>
                  <a:pt x="12614" y="177914"/>
                </a:cubicBezTo>
                <a:cubicBezTo>
                  <a:pt x="33058" y="114724"/>
                  <a:pt x="101824" y="49675"/>
                  <a:pt x="168731" y="21797"/>
                </a:cubicBezTo>
                <a:cubicBezTo>
                  <a:pt x="235638" y="-6081"/>
                  <a:pt x="347151" y="-4222"/>
                  <a:pt x="414058" y="10646"/>
                </a:cubicBezTo>
                <a:cubicBezTo>
                  <a:pt x="480965" y="25514"/>
                  <a:pt x="540438" y="66402"/>
                  <a:pt x="570175" y="111007"/>
                </a:cubicBezTo>
                <a:cubicBezTo>
                  <a:pt x="599912" y="155612"/>
                  <a:pt x="598053" y="218802"/>
                  <a:pt x="592478" y="278275"/>
                </a:cubicBezTo>
                <a:cubicBezTo>
                  <a:pt x="586903" y="337748"/>
                  <a:pt x="572034" y="402797"/>
                  <a:pt x="536722" y="467846"/>
                </a:cubicBezTo>
                <a:cubicBezTo>
                  <a:pt x="501410" y="532895"/>
                  <a:pt x="441007" y="600731"/>
                  <a:pt x="380604" y="668568"/>
                </a:cubicBezTo>
              </a:path>
            </a:pathLst>
          </a:custGeom>
          <a:noFill/>
          <a:ln w="25400"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851BB07-01B5-AA89-38AC-9C7EB445355B}"/>
              </a:ext>
            </a:extLst>
          </p:cNvPr>
          <p:cNvSpPr txBox="1"/>
          <p:nvPr/>
        </p:nvSpPr>
        <p:spPr>
          <a:xfrm>
            <a:off x="6638295" y="1841225"/>
            <a:ext cx="177648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( on receipt of versions consistent with /status )</a:t>
            </a:r>
          </a:p>
          <a:p>
            <a:r>
              <a:rPr lang="en-GB" sz="1200" dirty="0"/>
              <a:t>Event: /UP/profile</a:t>
            </a:r>
          </a:p>
          <a:p>
            <a:r>
              <a:rPr lang="en-GB" sz="1200" dirty="0"/>
              <a:t>Event: /UP/configuration</a:t>
            </a:r>
          </a:p>
          <a:p>
            <a:r>
              <a:rPr lang="en-GB" sz="1200" dirty="0"/>
              <a:t>Event: /UP/core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9955AC8-63E1-F0F5-60A8-E03A6F3D3B9F}"/>
              </a:ext>
            </a:extLst>
          </p:cNvPr>
          <p:cNvSpPr txBox="1"/>
          <p:nvPr/>
        </p:nvSpPr>
        <p:spPr>
          <a:xfrm>
            <a:off x="8110679" y="3037184"/>
            <a:ext cx="17764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( if consistent versions )</a:t>
            </a:r>
          </a:p>
          <a:p>
            <a:r>
              <a:rPr lang="en-GB" sz="1200" dirty="0"/>
              <a:t>Event: /UP/status</a:t>
            </a:r>
          </a:p>
          <a:p>
            <a:r>
              <a:rPr lang="en-GB" sz="1200" dirty="0"/>
              <a:t>Event: /UP/data</a:t>
            </a:r>
          </a:p>
          <a:p>
            <a:r>
              <a:rPr lang="en-GB" sz="1200" dirty="0"/>
              <a:t>Event: /UP/profile</a:t>
            </a:r>
          </a:p>
          <a:p>
            <a:r>
              <a:rPr lang="en-GB" sz="1200" dirty="0"/>
              <a:t>Event: /UP/configuration</a:t>
            </a:r>
          </a:p>
          <a:p>
            <a:r>
              <a:rPr lang="en-GB" sz="1200" dirty="0"/>
              <a:t>Event: /UP/core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5922C4F-D94F-DE8A-5494-8E40DD9520C9}"/>
              </a:ext>
            </a:extLst>
          </p:cNvPr>
          <p:cNvSpPr txBox="1"/>
          <p:nvPr/>
        </p:nvSpPr>
        <p:spPr>
          <a:xfrm>
            <a:off x="9107279" y="4605536"/>
            <a:ext cx="19603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Man: /DOWN/core</a:t>
            </a:r>
          </a:p>
          <a:p>
            <a:r>
              <a:rPr lang="en-GB" sz="1200" dirty="0"/>
              <a:t>Man: /DOWN/configuration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F898846-CFC1-B0EF-F8F1-6EF7E425A890}"/>
              </a:ext>
            </a:extLst>
          </p:cNvPr>
          <p:cNvSpPr txBox="1"/>
          <p:nvPr/>
        </p:nvSpPr>
        <p:spPr>
          <a:xfrm>
            <a:off x="8219038" y="5552334"/>
            <a:ext cx="17764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Event: /UP/data</a:t>
            </a:r>
          </a:p>
          <a:p>
            <a:r>
              <a:rPr lang="en-GB" sz="1200" dirty="0"/>
              <a:t>Man: /DOWN/getdata</a:t>
            </a:r>
          </a:p>
          <a:p>
            <a:r>
              <a:rPr lang="en-GB" sz="1200" dirty="0"/>
              <a:t>Man: /DOWN/senddata</a:t>
            </a:r>
          </a:p>
          <a:p>
            <a:r>
              <a:rPr lang="en-GB" sz="1200" dirty="0"/>
              <a:t>Man: /DOWN/control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E388E90-6420-70E5-060E-76874DB861BE}"/>
              </a:ext>
            </a:extLst>
          </p:cNvPr>
          <p:cNvSpPr txBox="1"/>
          <p:nvPr/>
        </p:nvSpPr>
        <p:spPr>
          <a:xfrm>
            <a:off x="3832840" y="3273880"/>
            <a:ext cx="17764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( if inconsistent versions )</a:t>
            </a:r>
          </a:p>
          <a:p>
            <a:r>
              <a:rPr lang="en-GB" sz="1200" dirty="0"/>
              <a:t>Event: /UP/status</a:t>
            </a:r>
          </a:p>
          <a:p>
            <a:r>
              <a:rPr lang="en-GB" sz="1200" dirty="0"/>
              <a:t>Event: /UP/data</a:t>
            </a:r>
          </a:p>
          <a:p>
            <a:r>
              <a:rPr lang="en-GB" sz="1200" dirty="0"/>
              <a:t>Event: /UP/profile</a:t>
            </a:r>
          </a:p>
          <a:p>
            <a:r>
              <a:rPr lang="en-GB" sz="1200" dirty="0"/>
              <a:t>Event: /UP/configuration</a:t>
            </a:r>
          </a:p>
          <a:p>
            <a:r>
              <a:rPr lang="en-GB" sz="1200" dirty="0"/>
              <a:t>Event: /UP/core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4958BEB-26CB-CA90-62CB-C02526FFEE1A}"/>
              </a:ext>
            </a:extLst>
          </p:cNvPr>
          <p:cNvSpPr txBox="1"/>
          <p:nvPr/>
        </p:nvSpPr>
        <p:spPr>
          <a:xfrm>
            <a:off x="3817854" y="4403103"/>
            <a:ext cx="17764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( or if LWT received )</a:t>
            </a:r>
          </a:p>
          <a:p>
            <a:r>
              <a:rPr lang="en-GB" sz="1200" dirty="0"/>
              <a:t>Event: /UP/LWT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8799BD9-80AD-04B3-4807-C885211743E3}"/>
              </a:ext>
            </a:extLst>
          </p:cNvPr>
          <p:cNvSpPr txBox="1"/>
          <p:nvPr/>
        </p:nvSpPr>
        <p:spPr>
          <a:xfrm>
            <a:off x="3900170" y="5634811"/>
            <a:ext cx="19603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Man: remove device</a:t>
            </a: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6C36C08A-9A89-9D60-111A-281D508CCCAE}"/>
              </a:ext>
            </a:extLst>
          </p:cNvPr>
          <p:cNvSpPr/>
          <p:nvPr/>
        </p:nvSpPr>
        <p:spPr>
          <a:xfrm>
            <a:off x="5898994" y="2752080"/>
            <a:ext cx="1581263" cy="1560079"/>
          </a:xfrm>
          <a:custGeom>
            <a:avLst/>
            <a:gdLst>
              <a:gd name="csX0" fmla="*/ 0 w 1460810"/>
              <a:gd name="csY0" fmla="*/ 0 h 1315844"/>
              <a:gd name="csX1" fmla="*/ 880946 w 1460810"/>
              <a:gd name="csY1" fmla="*/ 468351 h 1315844"/>
              <a:gd name="csX2" fmla="*/ 1460810 w 1460810"/>
              <a:gd name="csY2" fmla="*/ 1315844 h 1315844"/>
              <a:gd name="csX3" fmla="*/ 1460810 w 1460810"/>
              <a:gd name="csY3" fmla="*/ 1315844 h 1315844"/>
              <a:gd name="csX4" fmla="*/ 1460810 w 1460810"/>
              <a:gd name="csY4" fmla="*/ 1315844 h 13158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60810" h="1315844">
                <a:moveTo>
                  <a:pt x="0" y="0"/>
                </a:moveTo>
                <a:cubicBezTo>
                  <a:pt x="318739" y="124522"/>
                  <a:pt x="637478" y="249044"/>
                  <a:pt x="880946" y="468351"/>
                </a:cubicBezTo>
                <a:cubicBezTo>
                  <a:pt x="1124414" y="687658"/>
                  <a:pt x="1460810" y="1315844"/>
                  <a:pt x="1460810" y="1315844"/>
                </a:cubicBezTo>
                <a:lnTo>
                  <a:pt x="1460810" y="1315844"/>
                </a:lnTo>
                <a:lnTo>
                  <a:pt x="1460810" y="1315844"/>
                </a:lnTo>
              </a:path>
            </a:pathLst>
          </a:custGeom>
          <a:noFill/>
          <a:ln w="25400"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390E681E-3751-41AB-2083-3C2654ADE026}"/>
              </a:ext>
            </a:extLst>
          </p:cNvPr>
          <p:cNvSpPr/>
          <p:nvPr/>
        </p:nvSpPr>
        <p:spPr>
          <a:xfrm>
            <a:off x="5643891" y="3030591"/>
            <a:ext cx="1618335" cy="1367671"/>
          </a:xfrm>
          <a:custGeom>
            <a:avLst/>
            <a:gdLst>
              <a:gd name="csX0" fmla="*/ 1561326 w 1561326"/>
              <a:gd name="csY0" fmla="*/ 1137424 h 1137424"/>
              <a:gd name="csX1" fmla="*/ 245482 w 1561326"/>
              <a:gd name="csY1" fmla="*/ 892097 h 1137424"/>
              <a:gd name="csX2" fmla="*/ 156 w 1561326"/>
              <a:gd name="csY2" fmla="*/ 0 h 1137424"/>
              <a:gd name="csX3" fmla="*/ 156 w 1561326"/>
              <a:gd name="csY3" fmla="*/ 0 h 11374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561326" h="1137424">
                <a:moveTo>
                  <a:pt x="1561326" y="1137424"/>
                </a:moveTo>
                <a:cubicBezTo>
                  <a:pt x="1033501" y="1109546"/>
                  <a:pt x="505677" y="1081668"/>
                  <a:pt x="245482" y="892097"/>
                </a:cubicBezTo>
                <a:cubicBezTo>
                  <a:pt x="-14713" y="702526"/>
                  <a:pt x="156" y="0"/>
                  <a:pt x="156" y="0"/>
                </a:cubicBezTo>
                <a:lnTo>
                  <a:pt x="156" y="0"/>
                </a:lnTo>
              </a:path>
            </a:pathLst>
          </a:custGeom>
          <a:noFill/>
          <a:ln w="25400"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B0C832CE-5567-DA0F-7385-276939D7CD8D}"/>
              </a:ext>
            </a:extLst>
          </p:cNvPr>
          <p:cNvSpPr/>
          <p:nvPr/>
        </p:nvSpPr>
        <p:spPr>
          <a:xfrm rot="348999">
            <a:off x="1822954" y="2328376"/>
            <a:ext cx="2779209" cy="2635816"/>
          </a:xfrm>
          <a:custGeom>
            <a:avLst/>
            <a:gdLst>
              <a:gd name="csX0" fmla="*/ 0 w 2230244"/>
              <a:gd name="csY0" fmla="*/ 1594624 h 1594624"/>
              <a:gd name="csX1" fmla="*/ 691375 w 2230244"/>
              <a:gd name="csY1" fmla="*/ 301083 h 1594624"/>
              <a:gd name="csX2" fmla="*/ 2230244 w 2230244"/>
              <a:gd name="csY2" fmla="*/ 0 h 1594624"/>
              <a:gd name="csX3" fmla="*/ 2230244 w 2230244"/>
              <a:gd name="csY3" fmla="*/ 0 h 1594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230244" h="1594624">
                <a:moveTo>
                  <a:pt x="0" y="1594624"/>
                </a:moveTo>
                <a:cubicBezTo>
                  <a:pt x="159834" y="1080739"/>
                  <a:pt x="319668" y="566854"/>
                  <a:pt x="691375" y="301083"/>
                </a:cubicBezTo>
                <a:cubicBezTo>
                  <a:pt x="1063082" y="35312"/>
                  <a:pt x="2230244" y="0"/>
                  <a:pt x="2230244" y="0"/>
                </a:cubicBezTo>
                <a:lnTo>
                  <a:pt x="2230244" y="0"/>
                </a:lnTo>
              </a:path>
            </a:pathLst>
          </a:custGeom>
          <a:noFill/>
          <a:ln w="25400"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73D82F41-3C71-F4EC-04A7-22EE1744043A}"/>
              </a:ext>
            </a:extLst>
          </p:cNvPr>
          <p:cNvSpPr/>
          <p:nvPr/>
        </p:nvSpPr>
        <p:spPr>
          <a:xfrm rot="21269372">
            <a:off x="2080960" y="4881549"/>
            <a:ext cx="5067849" cy="630672"/>
          </a:xfrm>
          <a:custGeom>
            <a:avLst/>
            <a:gdLst>
              <a:gd name="csX0" fmla="*/ 4125951 w 4125951"/>
              <a:gd name="csY0" fmla="*/ 0 h 904553"/>
              <a:gd name="csX1" fmla="*/ 2297151 w 4125951"/>
              <a:gd name="csY1" fmla="*/ 847492 h 904553"/>
              <a:gd name="csX2" fmla="*/ 0 w 4125951"/>
              <a:gd name="csY2" fmla="*/ 758283 h 9045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125951" h="904553">
                <a:moveTo>
                  <a:pt x="4125951" y="0"/>
                </a:moveTo>
                <a:cubicBezTo>
                  <a:pt x="3555380" y="360556"/>
                  <a:pt x="2984809" y="721112"/>
                  <a:pt x="2297151" y="847492"/>
                </a:cubicBezTo>
                <a:cubicBezTo>
                  <a:pt x="1609492" y="973873"/>
                  <a:pt x="804746" y="866078"/>
                  <a:pt x="0" y="758283"/>
                </a:cubicBezTo>
              </a:path>
            </a:pathLst>
          </a:custGeom>
          <a:noFill/>
          <a:ln w="25400"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854E648-C031-3170-84D6-E8D614A4B55E}"/>
              </a:ext>
            </a:extLst>
          </p:cNvPr>
          <p:cNvSpPr txBox="1"/>
          <p:nvPr/>
        </p:nvSpPr>
        <p:spPr>
          <a:xfrm>
            <a:off x="1494943" y="2475081"/>
            <a:ext cx="12790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Event: /UP/status</a:t>
            </a:r>
          </a:p>
        </p:txBody>
      </p:sp>
    </p:spTree>
    <p:extLst>
      <p:ext uri="{BB962C8B-B14F-4D97-AF65-F5344CB8AC3E}">
        <p14:creationId xmlns:p14="http://schemas.microsoft.com/office/powerpoint/2010/main" val="1347513070"/>
      </p:ext>
    </p:extLst>
  </p:cSld>
  <p:clrMapOvr>
    <a:masterClrMapping/>
  </p:clrMapOvr>
</p:sld>
</file>

<file path=ppt/theme/theme1.xml><?xml version="1.0" encoding="utf-8"?>
<a:theme xmlns:a="http://schemas.openxmlformats.org/drawingml/2006/main" name="Ultimate Business Blue">
  <a:themeElements>
    <a:clrScheme name="Ultimate Business Blue">
      <a:dk1>
        <a:srgbClr val="414042"/>
      </a:dk1>
      <a:lt1>
        <a:sysClr val="window" lastClr="FFFFFF"/>
      </a:lt1>
      <a:dk2>
        <a:srgbClr val="414042"/>
      </a:dk2>
      <a:lt2>
        <a:srgbClr val="F1F2F2"/>
      </a:lt2>
      <a:accent1>
        <a:srgbClr val="096AC9"/>
      </a:accent1>
      <a:accent2>
        <a:srgbClr val="67A7DB"/>
      </a:accent2>
      <a:accent3>
        <a:srgbClr val="005B99"/>
      </a:accent3>
      <a:accent4>
        <a:srgbClr val="142C52"/>
      </a:accent4>
      <a:accent5>
        <a:srgbClr val="929BA0"/>
      </a:accent5>
      <a:accent6>
        <a:srgbClr val="757E82"/>
      </a:accent6>
      <a:hlink>
        <a:srgbClr val="0563C1"/>
      </a:hlink>
      <a:folHlink>
        <a:srgbClr val="954F72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Ultimate Business Red">
  <a:themeElements>
    <a:clrScheme name="Ovarro 4">
      <a:dk1>
        <a:srgbClr val="3F3E38"/>
      </a:dk1>
      <a:lt1>
        <a:srgbClr val="FFFFFF"/>
      </a:lt1>
      <a:dk2>
        <a:srgbClr val="6B6766"/>
      </a:dk2>
      <a:lt2>
        <a:srgbClr val="E9E8E8"/>
      </a:lt2>
      <a:accent1>
        <a:srgbClr val="30302E"/>
      </a:accent1>
      <a:accent2>
        <a:srgbClr val="B9BAB8"/>
      </a:accent2>
      <a:accent3>
        <a:srgbClr val="FDD434"/>
      </a:accent3>
      <a:accent4>
        <a:srgbClr val="30302D"/>
      </a:accent4>
      <a:accent5>
        <a:srgbClr val="2D4086"/>
      </a:accent5>
      <a:accent6>
        <a:srgbClr val="5AC4F0"/>
      </a:accent6>
      <a:hlink>
        <a:srgbClr val="2D4086"/>
      </a:hlink>
      <a:folHlink>
        <a:srgbClr val="5AC4F0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Ultimate Business Green">
  <a:themeElements>
    <a:clrScheme name="Ultimate Business Green">
      <a:dk1>
        <a:srgbClr val="414042"/>
      </a:dk1>
      <a:lt1>
        <a:sysClr val="window" lastClr="FFFFFF"/>
      </a:lt1>
      <a:dk2>
        <a:srgbClr val="414042"/>
      </a:dk2>
      <a:lt2>
        <a:srgbClr val="F1F2F2"/>
      </a:lt2>
      <a:accent1>
        <a:srgbClr val="5BAA3A"/>
      </a:accent1>
      <a:accent2>
        <a:srgbClr val="FFB83A"/>
      </a:accent2>
      <a:accent3>
        <a:srgbClr val="288028"/>
      </a:accent3>
      <a:accent4>
        <a:srgbClr val="FF8900"/>
      </a:accent4>
      <a:accent5>
        <a:srgbClr val="BCBEC0"/>
      </a:accent5>
      <a:accent6>
        <a:srgbClr val="6D6E71"/>
      </a:accent6>
      <a:hlink>
        <a:srgbClr val="0563C1"/>
      </a:hlink>
      <a:folHlink>
        <a:srgbClr val="954F72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Ultimate Business Turquoise">
  <a:themeElements>
    <a:clrScheme name="Ultimate Business Turquoise">
      <a:dk1>
        <a:srgbClr val="414042"/>
      </a:dk1>
      <a:lt1>
        <a:sysClr val="window" lastClr="FFFFFF"/>
      </a:lt1>
      <a:dk2>
        <a:srgbClr val="414042"/>
      </a:dk2>
      <a:lt2>
        <a:srgbClr val="F1F2F2"/>
      </a:lt2>
      <a:accent1>
        <a:srgbClr val="1BA5B8"/>
      </a:accent1>
      <a:accent2>
        <a:srgbClr val="174973"/>
      </a:accent2>
      <a:accent3>
        <a:srgbClr val="FF404E"/>
      </a:accent3>
      <a:accent4>
        <a:srgbClr val="21C2CE"/>
      </a:accent4>
      <a:accent5>
        <a:srgbClr val="ACB4BC"/>
      </a:accent5>
      <a:accent6>
        <a:srgbClr val="6C7D87"/>
      </a:accent6>
      <a:hlink>
        <a:srgbClr val="0563C1"/>
      </a:hlink>
      <a:folHlink>
        <a:srgbClr val="954F72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Ultimate Business Dark Blue">
  <a:themeElements>
    <a:clrScheme name="Ultimate Business Dark Blue">
      <a:dk1>
        <a:srgbClr val="414042"/>
      </a:dk1>
      <a:lt1>
        <a:sysClr val="window" lastClr="FFFFFF"/>
      </a:lt1>
      <a:dk2>
        <a:srgbClr val="414042"/>
      </a:dk2>
      <a:lt2>
        <a:srgbClr val="F1F2F2"/>
      </a:lt2>
      <a:accent1>
        <a:srgbClr val="123B77"/>
      </a:accent1>
      <a:accent2>
        <a:srgbClr val="2565C7"/>
      </a:accent2>
      <a:accent3>
        <a:srgbClr val="102A51"/>
      </a:accent3>
      <a:accent4>
        <a:srgbClr val="1B5B9B"/>
      </a:accent4>
      <a:accent5>
        <a:srgbClr val="A3ACAF"/>
      </a:accent5>
      <a:accent6>
        <a:srgbClr val="757E82"/>
      </a:accent6>
      <a:hlink>
        <a:srgbClr val="0563C1"/>
      </a:hlink>
      <a:folHlink>
        <a:srgbClr val="954F72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Ultimate Business Orange">
  <a:themeElements>
    <a:clrScheme name="Ultimate Business Orange">
      <a:dk1>
        <a:srgbClr val="414042"/>
      </a:dk1>
      <a:lt1>
        <a:sysClr val="window" lastClr="FFFFFF"/>
      </a:lt1>
      <a:dk2>
        <a:srgbClr val="414042"/>
      </a:dk2>
      <a:lt2>
        <a:srgbClr val="F1F2F2"/>
      </a:lt2>
      <a:accent1>
        <a:srgbClr val="F7941D"/>
      </a:accent1>
      <a:accent2>
        <a:srgbClr val="F0BE41"/>
      </a:accent2>
      <a:accent3>
        <a:srgbClr val="2C4B94"/>
      </a:accent3>
      <a:accent4>
        <a:srgbClr val="618DD0"/>
      </a:accent4>
      <a:accent5>
        <a:srgbClr val="DC7E00"/>
      </a:accent5>
      <a:accent6>
        <a:srgbClr val="B6B6B7"/>
      </a:accent6>
      <a:hlink>
        <a:srgbClr val="0563C1"/>
      </a:hlink>
      <a:folHlink>
        <a:srgbClr val="954F72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Ultimate Business Red">
  <a:themeElements>
    <a:clrScheme name="Servelec Technologies">
      <a:dk1>
        <a:srgbClr val="3F3E38"/>
      </a:dk1>
      <a:lt1>
        <a:srgbClr val="FFFFFF"/>
      </a:lt1>
      <a:dk2>
        <a:srgbClr val="6B6766"/>
      </a:dk2>
      <a:lt2>
        <a:srgbClr val="E9E8E8"/>
      </a:lt2>
      <a:accent1>
        <a:srgbClr val="831212"/>
      </a:accent1>
      <a:accent2>
        <a:srgbClr val="B30F0D"/>
      </a:accent2>
      <a:accent3>
        <a:srgbClr val="F0AB87"/>
      </a:accent3>
      <a:accent4>
        <a:srgbClr val="A6A3A2"/>
      </a:accent4>
      <a:accent5>
        <a:srgbClr val="F9B233"/>
      </a:accent5>
      <a:accent6>
        <a:srgbClr val="6B6766"/>
      </a:accent6>
      <a:hlink>
        <a:srgbClr val="C00000"/>
      </a:hlink>
      <a:folHlink>
        <a:srgbClr val="C00000"/>
      </a:folHlink>
    </a:clrScheme>
    <a:fontScheme name="Clea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les Excellence Belgium Sales conference Jan 2020 v3 RB" id="{09FDD305-85FB-FB4F-821C-D25A1C587EF2}" vid="{18E77608-5EB5-CB40-BE71-2BC125690152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5CB9925663AF4D927D996B1507A122" ma:contentTypeVersion="7" ma:contentTypeDescription="Create a new document." ma:contentTypeScope="" ma:versionID="c68b3d1de0f54911e53c7250f417c5c3">
  <xsd:schema xmlns:xsd="http://www.w3.org/2001/XMLSchema" xmlns:xs="http://www.w3.org/2001/XMLSchema" xmlns:p="http://schemas.microsoft.com/office/2006/metadata/properties" xmlns:ns3="73011e9d-ca73-4c60-9337-17febcecc0ef" xmlns:ns4="ac6f5cab-9911-49e2-84e7-f808fc574852" targetNamespace="http://schemas.microsoft.com/office/2006/metadata/properties" ma:root="true" ma:fieldsID="44d2b69ad432e1691be7cac0c7c1af99" ns3:_="" ns4:_="">
    <xsd:import namespace="73011e9d-ca73-4c60-9337-17febcecc0ef"/>
    <xsd:import namespace="ac6f5cab-9911-49e2-84e7-f808fc574852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011e9d-ca73-4c60-9337-17febcecc0e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6f5cab-9911-49e2-84e7-f808fc5748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FAF4BA4-E4B3-4AB6-8603-BB20AC8008FF}">
  <ds:schemaRefs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ac6f5cab-9911-49e2-84e7-f808fc574852"/>
    <ds:schemaRef ds:uri="http://schemas.microsoft.com/office/2006/documentManagement/types"/>
    <ds:schemaRef ds:uri="73011e9d-ca73-4c60-9337-17febcecc0ef"/>
    <ds:schemaRef ds:uri="http://purl.org/dc/dcmitype/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D59BAC9B-5FE2-47A7-88C6-0B2A06AE86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3011e9d-ca73-4c60-9337-17febcecc0ef"/>
    <ds:schemaRef ds:uri="ac6f5cab-9911-49e2-84e7-f808fc57485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C2049F2-FC70-49F2-82A1-C2285FADFDE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51e3fa45-027a-464e-914f-1a518be26726}" enabled="0" method="" siteId="{51e3fa45-027a-464e-914f-1a518be2672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96102</TotalTime>
  <Words>188</Words>
  <Application>Microsoft Office PowerPoint</Application>
  <PresentationFormat>Widescreen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Arial</vt:lpstr>
      <vt:lpstr>Calibri</vt:lpstr>
      <vt:lpstr>Corbel</vt:lpstr>
      <vt:lpstr>Ultimate Business Blue</vt:lpstr>
      <vt:lpstr>Ultimate Business Red</vt:lpstr>
      <vt:lpstr>Ultimate Business Green</vt:lpstr>
      <vt:lpstr>Ultimate Business Turquoise</vt:lpstr>
      <vt:lpstr>Ultimate Business Dark Blue</vt:lpstr>
      <vt:lpstr>Ultimate Business Orange</vt:lpstr>
      <vt:lpstr>1_Ultimate Business Red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Brook</dc:creator>
  <cp:lastModifiedBy>Gavin Rawson</cp:lastModifiedBy>
  <cp:revision>182</cp:revision>
  <dcterms:created xsi:type="dcterms:W3CDTF">2017-04-03T08:23:09Z</dcterms:created>
  <dcterms:modified xsi:type="dcterms:W3CDTF">2025-12-16T10:23:19Z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0x010100455CB9925663AF4D927D996B1507A122</vt:lpwstr>
  </property>
</Properties>
</file>